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59" r:id="rId10"/>
    <p:sldId id="260" r:id="rId11"/>
    <p:sldId id="261" r:id="rId12"/>
    <p:sldId id="262" r:id="rId13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82" r:id="rId33"/>
    <p:sldId id="283" r:id="rId34"/>
    <p:sldId id="284" r:id="rId35"/>
    <p:sldId id="286" r:id="rId37"/>
    <p:sldId id="289" r:id="rId40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5" r:id="rId36"/>
    <p:sldId id="287" r:id="rId38"/>
    <p:sldId id="288" r:id="rId39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가정에 의존한다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문헌의 공통점은 ‘가정 없는 범용 외삽’이 아니라, 서로 다른 가정 아래의 제한된 보장이다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50" y="9144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1811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일반 회귀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0300" y="9144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9850" y="10287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선형모형은 전역 함수형을 그대로 연장한다. 반면 tree 계열은 support 밖에서 상수화되기 쉽고, 제약 없는 NN은 외부 거동이 통제되지 않을 수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9850" y="15240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Shen &amp; Meinshausen, JRSS-B, 2024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50" y="19812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22479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단조 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00300" y="19812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9850" y="20955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지정한 입력–출력 관계의 단조성은 보장할 수 있다. 그러나 단조성만으로 외삽 기울기, 곡률, 경계 형태까지 정해지지는 않는다.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9850" y="25908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Runje &amp; Shankaranarayana, ICML,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50" y="30480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33147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수식 기반 학습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00300" y="30480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9850" y="31623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PINN은 지배방정식과 경계조건을 학습에 반영한다. 알려진 수식이 부정확하거나 적용 범위가 달라지면 그 제약도 함께 틀릴 수 있으며, 장기 외삽 실패도 보고되어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9850" y="36576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Raissi et al., JCP, 2019; Krishnapriyan et al., NeurIPS, 2021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" y="41148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43815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최근 외삽 방법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00300" y="41148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9850" y="42291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Engression은 pre-additive noise와 단조성, extrapolation-aware inference는 방향미분 경계, Progression은 tail dependence 가정에 각각 의존한다.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9850" y="47244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Pfister &amp; Bühlmann, 2024; Buriticá &amp; Engelke, 2024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" y="5314950"/>
            <a:ext cx="1133475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48300"/>
            <a:ext cx="1091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정리  외삽 성능은 어떤 가정이 실제 데이터 생성 구조와 맞는지에 달려 있다. PP-X는 특정 prior를 항상 강제하지 않고, 검증자료가 지지하는 구조만 선택해 사용한다.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050" y="6153150"/>
            <a:ext cx="113347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  <a:ea typeface="AppleGothic"/>
              </a:rPr>
              <a:t>Sources: DOI 10.1093/jrsssb/qkae108 · PMLR 202:7920–7939 · arXiv:2402.09758 · arXiv:2410.23246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왜 PP-X가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외삽에서는 예측기보다 먼저 구조 가정의 사용 자격을 검증해야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관측 범위를 벗어나면 데이터만으로 예측 곡선의 형태를 정하기 어렵다. 따라서 어떤 구조 가정을 사용할지 먼저 판단해야 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19250"/>
            <a:ext cx="4857750" cy="28003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0700"/>
            <a:ext cx="4400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기존 외삽의 취약점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266950"/>
            <a:ext cx="41910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support 밖의 tail은 데이터만으로 식별 불가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prior와 NN의 수정 권한이 불명확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test 결과를 본 뒤 구조를 정당화할 위험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가정이 틀려도 예측값을 강제로 출력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562600" y="2800350"/>
            <a:ext cx="704850" cy="4000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6050" y="1619250"/>
            <a:ext cx="5238750" cy="2800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4650" y="1790700"/>
            <a:ext cx="4781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PP-X의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266950"/>
            <a:ext cx="45339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typed admissibility contract 선언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frozen prior 중심의 residual 권한 제한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physical-unit validation evidence로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미승인 시 exact fallback / abstention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PP-X는 시험 결과를 보고 유리한 모델을 고르지 않는다. 학습과 검증 단계에서 사용할 가정과 실행 경로를 정하고, 시험 단계에서는 이를 그대로 적용한다.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가정 선언  ·  제한된 residual 학습  ·  검증자료 기반 승인  ·  미승인 시 대체 경로 적용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본 연구의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구조 가정의 선언, 학습 범위, 승인 기준을 하나의 절차로 정리한다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01 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허용할 prior · tail · 단위 · fallback을 배포 전에 선언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common backbone 6/12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unit-risk gate 8/12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반례  RWTH dual-scale · MICH fixed-bound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05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02 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Prior-preserving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5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frozen prior 주변에서 source가 지지하는 만큼만 NN이 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05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direct 17/25, p=.0028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bound violation 0 / 17,645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미확증  trainable p=.071 · unbounded p=.578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72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03 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Approval /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물리 단위 증거가 있을 때만 executor를 승인하고 동결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67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01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Sun +.221 · MICH +.283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DS03 route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7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한계  DS03 .8818 &lt; Engression .9013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91150"/>
            <a:ext cx="112776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개별 모듈보다 중요한 기여는 구조 가정의 선언부터 승인 또는 거절까지를 재현 가능한 절차로 정식화했다는 점이다.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기존 방법과의 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구조 가정의 허용 범위와 승인 절차를 명시했다는 점에서 기존 방법과 구분된다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95350"/>
            <a:ext cx="1127760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7275"/>
            <a:ext cx="10820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Typed contract · frozen prior 주변의 residual 학습 · validation-only 승인 · 사전 지정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09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1933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PINN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7900" y="1809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8400" y="1924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완전한 식을 요구하지 않고 typed partial prior의 사용 자격을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65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26003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Prior-residual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7900" y="24765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8400" y="25908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correction을 더하는 데서 끝나지 않고 수정 권한과 승인 규칙을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432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450" y="32670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7900" y="31432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8400" y="32575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test sample별 routing 없이 배포 전에 executor 또는 fallback을 하나로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100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450" y="39338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Engression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7900" y="38100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38400" y="39243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generic predictive distribution보다 승인된 structural tail 보존에 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76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450" y="4600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V-REx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47900" y="4476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38400" y="4591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domain-risk invariance가 아니라 state-level strict-tail과 prior authority를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34000"/>
            <a:ext cx="112776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개별 모듈의 최초성이나 모든 외삽 문제에서의 우월성은 주장하지 않는다.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결과의 해석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회고 분석, 동일예산 재검증, prospective 평가를 구분해 해석한다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7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회고적 일관성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9/9  ·  p=.00390625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77 units  ·  RMSE −33.8%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CI 15.8–48.6%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비교모델 예산이 일부 이질적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55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055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동일예산 재검증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55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295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9×8×30 candidates×5 refit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8/9  ·  p=.0391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Virkler −.002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055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5 seeds는 독립 표본이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62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TIER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Prospective truth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05800" y="2114550"/>
            <a:ext cx="3295650" cy="11239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route-selection PASS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fallback .8818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Engression .9013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predictive superiority 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14850"/>
            <a:ext cx="11277600" cy="857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4676775"/>
            <a:ext cx="109347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PP-X의 구조적 필요성과 회고 분석에서의 일관성은 확인되었다. 다만 독립 prospective 평가에서의 예측 우월성은 아직 확증되지 않았다.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논문의 주장 범위: strict-tail 외삽에서의 구조 검증과 조건부 실행. 보편적 SOTA나 안전 보장은 포함하지 않는다.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검증자료가 지지하는 구조만 사용하고, 그렇지 않으면 미리 정한 대체 경로를 적용한다</a:t>
            </a:r>
          </a:p>
        </p:txBody>
      </p:sp>
      <p:pic>
        <p:nvPicPr>
          <p:cNvPr id="6" name="Picture 5" descr="ppx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76300"/>
            <a:ext cx="11087100" cy="36385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2450" y="4762500"/>
            <a:ext cx="11087100" cy="7810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4886325"/>
            <a:ext cx="106299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PP-X는 시험 표본마다 모델을 바꾸지 않는다. 학습 전에 구조 가정과 대체 경로를 선언하고, 검증자료로 사용할 실행 구조를 결정한 뒤 시험 단계에서는 이를 고정한다.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5772150"/>
            <a:ext cx="11087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승인된 경우 해당 executor를 사용하고, 승인되지 않으면 사전 지정 fallback을 사용하거나 예측을 보류한다.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