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mai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275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91250" y="0"/>
            <a:ext cx="1524000" cy="6858000"/>
          </a:xfrm>
          <a:prstGeom prst="rect">
            <a:avLst/>
          </a:prstGeom>
          <a:solidFill>
            <a:srgbClr val="B20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742950"/>
            <a:ext cx="838200" cy="47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00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KOREA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76375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PP EXTRAPOLATION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RESEARCH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2809875"/>
            <a:ext cx="5143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식 있으면 PAE  ·  식 없으면 PP</a:t>
            </a:r>
          </a:p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지금은 식 없는 경로(PP)를 연구한다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005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CCB"/>
                </a:solidFill>
                <a:latin typeface="AppleGothic"/>
                <a:ea typeface="AppleGothic"/>
              </a:rPr>
              <a:t>남은수명 · 배터리 · 베어링 · 공구 상태예측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5334000"/>
            <a:ext cx="4000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Smart Production Systems Lab.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모티베이션 → 프레임 → PP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6191250"/>
            <a:ext cx="190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BCCB"/>
                </a:solidFill>
                <a:latin typeface="AppleGothic"/>
                <a:ea typeface="AppleGothic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하려는가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모티베이션 + 식 유무 의사결정 루트  ·  오늘은 그 중 PP</a:t>
            </a:r>
          </a:p>
        </p:txBody>
      </p:sp>
      <p:pic>
        <p:nvPicPr>
          <p:cNvPr id="8" name="Picture 7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857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6238875"/>
            <a:ext cx="10477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발표 순서  ·  모티베이션 상세 → 이 루트 설명 → PP 요약 → 방법·실험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그래서 무엇을 하고 싶은가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앞 장 의사결정 루트를 말로 풀어 쓰면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8382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24000"/>
            <a:ext cx="10382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가정을 숨기지 않고, 관측으로 정당화되는 수준만 쓰며,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틀리면 줄이거나 멈추는 외삽 시스템을 만들고 싶다.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524125"/>
            <a:ext cx="5191125" cy="2714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524125"/>
            <a:ext cx="5191125" cy="6858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875" y="2647950"/>
            <a:ext cx="1143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DDE6"/>
                </a:solidFill>
                <a:latin typeface="AppleGothic"/>
                <a:ea typeface="AppleGothic"/>
              </a:rPr>
              <a:t>PATH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4875" y="2857500"/>
            <a:ext cx="4667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식이 있으면  →  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875" y="3429000"/>
            <a:ext cx="46672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Equation path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허용된 식을 뼈대로 두고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부족분만 제한된 NN으로 보정한다.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이득이 없으면 식을 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4125" y="2524125"/>
            <a:ext cx="5191125" cy="2714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34125" y="2524125"/>
            <a:ext cx="5191125" cy="6858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2250" y="2647950"/>
            <a:ext cx="1905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pleGothic"/>
                <a:ea typeface="AppleGothic"/>
              </a:rPr>
              <a:t>PATH B  ·  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0" y="2857500"/>
            <a:ext cx="4667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식이 없으면  → 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3429000"/>
            <a:ext cx="46672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Equation-free path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경계·이력 같은 약한 prior만 쓰고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고정 affine + bounded residual로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NN이 prior를 덮어쓰지 않게 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먼저 기억할 구분  ·  PAE = 식 있음  ·  PP = 식 없음. 이번 발표는 Path B(PP).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만들고 싶은 프레임 (큰그림)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갈린 뒤, 실행·보증까지 이어진다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428750"/>
            <a:ext cx="45720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00500" y="1600200"/>
            <a:ext cx="4191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관측 · 경계 · 도메인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0" y="2333625"/>
            <a:ext cx="40005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457450"/>
            <a:ext cx="3619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후보식이 관측으로 정당화되는가?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6750" y="3238500"/>
            <a:ext cx="114300" cy="1524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4A261"/>
                </a:solidFill>
                <a:latin typeface="AppleGothic"/>
                <a:ea typeface="AppleGothic"/>
              </a:rPr>
              <a:t>YES → PAE (식 있는 경로)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식 검증·조립 + 제한된 NN 보정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wrong prior / prior-off 안전장치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22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72250" y="3238500"/>
            <a:ext cx="114300" cy="1524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9D8F"/>
                </a:solidFill>
                <a:latin typeface="AppleGothic"/>
                <a:ea typeface="AppleGothic"/>
              </a:rPr>
              <a:t>NO → PP (식 없는 경로)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equation-free 외삽 안전장치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약한 prior를 NN이 덮어쓰지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81250" y="5048250"/>
            <a:ext cx="7429500" cy="666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7000" y="5219700"/>
            <a:ext cx="685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그다음 공통: Assurance — 믿기 / 불확실성 / 보류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경로(PP)를 먼저 독립 논문으로 닫는다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66875"/>
            <a:ext cx="3429000" cy="533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없음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약한 prior 실행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← 이번 범위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675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76750" y="1666875"/>
            <a:ext cx="3429000" cy="5334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725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975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535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있음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식+NN 보정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라우팅·prior-off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915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1500" y="1666875"/>
            <a:ext cx="3429000" cy="5334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유무 분기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Assurance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한 프레임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‘PAE의 미완성본’이 아니다. 식이 없을 때의 실행기를 먼저 증명하고,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나중에 식이 있을 때(PAE)가 이 경로를 옵션으로 부른다.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 한 장 요약 (두괄식)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경로의 지금 결론 — 상세는 뒤에서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904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24000"/>
            <a:ext cx="1038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PP(SAAR) = 식 없는(equation-free) 외삽 안전장치.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고정 affine + 제한 residual.  (대비: PAE = 식 있는 경로 — 이번 주결과가 아님)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571750"/>
            <a:ext cx="2619375" cy="4191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한 줄 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ŷ = m · softplus(ℓ + cθ)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m: 경계 · ℓ: 동결 affine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cθ: dual-scale 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571750"/>
            <a:ext cx="2619375" cy="4191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3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3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Sunwoda / RWTH / MICH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0.934 / 0.842 / 0.751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최저점을 살린 tradeoff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1250" y="2571750"/>
            <a:ext cx="2619375" cy="419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6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주장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6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val≈test일 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만능 SOTA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535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53500" y="2571750"/>
            <a:ext cx="2619375" cy="4191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68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아직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68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Zn·베어링=한계/확장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PAE(식 있음) 결과 없음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분야 Q1–Q2 본선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다음  ·  방법·실험·한계를 상세히. (모티베이션·프레임은 앞에서 끝)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81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이제부터 상세 (PP)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27D98"/>
                </a:solidFill>
                <a:latin typeface="AppleGothic"/>
                <a:ea typeface="AppleGothic"/>
              </a:rPr>
              <a:t>연구 위치·바운더리 → SAAR 구조 → 실험·한계 → 전망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식 없는 경로를 근거로 풀어 쓴다  ·  PAE(식 있음)는 대비·전망으로만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선행과 겹치는 지점, 그리고 식 없는 경로가 메우는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결합(식 있음)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방정식이 없어도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경계·이력 같은 약한 가정으로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외삽을 어떻게 안전하게?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없이(equation-free)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prior를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NN이 이를 훼손하지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식이 있을 때(PAE)와 없을 때(PP)를 한 프레임에 두되, 이번 논문은 식 없는 실행기부터 증명한다.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있음(PAE) · 식 없음(PP) · 믿어도 되나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있으면?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없으면?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기억  ·  PAE=식 있는 경로  ·  PP=식 없는 경로. 지금 논문은 Q2(PP, equation-free).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다시 한 번: 식 유무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있으면 PAE(식+NN) · 없으면 PP(equation-free)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구분: PAE는 식 뼈대 + 제한 NN  ·  PP는 식 없이 약한 prior만. 이번 주결과는 PP.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