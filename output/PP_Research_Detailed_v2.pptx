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266700"/>
            <a:ext cx="857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495300"/>
            <a:ext cx="9525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A43"/>
                </a:solidFill>
                <a:latin typeface="AppleGothic"/>
                <a:ea typeface="AppleGothic"/>
              </a:rPr>
              <a:t>최종으로 만들고 싶은 그림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" y="876300"/>
            <a:ext cx="10477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식 있으면 PAE  ·  식 없으면 PP  ·  지금은 PP 단계</a:t>
            </a:r>
          </a:p>
        </p:txBody>
      </p:sp>
      <p:pic>
        <p:nvPicPr>
          <p:cNvPr id="7" name="Picture 6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238250"/>
            <a:ext cx="112395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" y="6334125"/>
            <a:ext cx="4762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334125"/>
            <a:ext cx="571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서머리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두괄식  ·  식 없는 경로의 지금 결론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52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04950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EQUATION-FREE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1762125"/>
            <a:ext cx="1038225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pleGothic"/>
                <a:ea typeface="AppleGothic"/>
              </a:rPr>
              <a:t>PP = 식 없는 외삽 안전장치.  고정 affine + 제한 residual.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AppleGothic"/>
                <a:ea typeface="AppleGothic"/>
              </a:rPr>
              <a:t>대비: PAE = 식 있는 경로 (이번 주결과 아님).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6750" y="2619375"/>
            <a:ext cx="57150" cy="2286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25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619375"/>
            <a:ext cx="57150" cy="2286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F95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125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1250" y="2619375"/>
            <a:ext cx="57150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175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 · 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 ≈ 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50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3500" y="2619375"/>
            <a:ext cx="57150" cy="2286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 · 베어링 = 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다음부터 상세  ·  모티베이션 → 방법 → 실험·한계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381250"/>
            <a:ext cx="838200" cy="47625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14325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Gothic"/>
                <a:ea typeface="AppleGothic"/>
              </a:rPr>
              <a:t>이제부터 상세 —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000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4E3"/>
                </a:solidFill>
                <a:latin typeface="AppleGothic"/>
                <a:ea typeface="AppleGothic"/>
              </a:rPr>
              <a:t>모티베이션 → 바운더리 → SAAR 구조 → 실험 · 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BCCB"/>
                </a:solidFill>
                <a:latin typeface="AppleGothic"/>
                <a:ea typeface="AppleGothic"/>
              </a:rPr>
              <a:t>식 없는 경로  ·  PAE(식 있음)는 대비·전망으로만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76200" cy="2857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87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없음  ·  equation-free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이번 발표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" y="4000500"/>
            <a:ext cx="1333500" cy="2667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" y="4038600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TODAY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6750" y="1666875"/>
            <a:ext cx="76200" cy="2857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345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345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345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있음  ·  식+NN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라우팅 · prior-off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1500" y="1666875"/>
            <a:ext cx="76200" cy="2857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+ Assurance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PAE의 미완성본이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다시 한 번: 식 유무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PAE(식+NN) · 없으면 PP(equation-free)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