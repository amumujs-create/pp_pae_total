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omain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762750" cy="6858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91250" y="0"/>
            <a:ext cx="1524000" cy="6858000"/>
          </a:xfrm>
          <a:prstGeom prst="rect">
            <a:avLst/>
          </a:prstGeom>
          <a:solidFill>
            <a:srgbClr val="B20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742950"/>
            <a:ext cx="838200" cy="476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000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KOREA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76375"/>
            <a:ext cx="5334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PP EXTRAPOLATION</a:t>
            </a:r>
          </a:p>
          <a:p>
            <a:pPr algn="l"/>
            <a:r>
              <a:rPr sz="3800" b="1">
                <a:solidFill>
                  <a:srgbClr val="FFFFFF"/>
                </a:solidFill>
                <a:latin typeface="AppleGothic"/>
                <a:ea typeface="AppleGothic"/>
              </a:rPr>
              <a:t>RESEARCH BRIEFING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2952750"/>
            <a:ext cx="4953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SAAR 주결과 · Zn/교차도메인 업데이트 ·</a:t>
            </a:r>
          </a:p>
          <a:p>
            <a:pPr algn="l"/>
            <a:r>
              <a:rPr sz="1800" b="0">
                <a:solidFill>
                  <a:srgbClr val="F5DDE6"/>
                </a:solidFill>
                <a:latin typeface="AppleGothic"/>
                <a:ea typeface="AppleGothic"/>
              </a:rPr>
              <a:t>주장 경계 · 다음에 할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" y="40005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CCB"/>
                </a:solidFill>
                <a:latin typeface="AppleGothic"/>
                <a:ea typeface="AppleGothic"/>
              </a:rPr>
              <a:t>남은수명 · 배터리 · 베어링 · 공구 상태예측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5334000"/>
            <a:ext cx="3810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Smart Production Systems Lab.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ppleGothic"/>
                <a:ea typeface="AppleGothic"/>
              </a:rPr>
              <a:t>PP 연구 발표자료 (v2 갱신)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6191250"/>
            <a:ext cx="190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BCCB"/>
                </a:solidFill>
                <a:latin typeface="AppleGothic"/>
                <a:ea typeface="AppleGothic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발표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A–D  ·  상세 근거와 원문은 Appendix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6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625" y="1905000"/>
            <a:ext cx="2524125" cy="6096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12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11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문제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1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외삽 바운더리와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연구 범위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623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718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1905000"/>
            <a:ext cx="2524125" cy="6096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237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33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방법론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4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SAAR 구조와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공용 prior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2457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3412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34125" y="1905000"/>
            <a:ext cx="2524125" cy="6096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462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실증·업데이트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367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+ Zn·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교차도메인 현황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886825" y="285750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6375" y="1905000"/>
            <a:ext cx="252412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6375" y="1905000"/>
            <a:ext cx="2524125" cy="6096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6875" y="203835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7875" y="2076450"/>
            <a:ext cx="1714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전망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5925" y="2857500"/>
            <a:ext cx="2095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논문 타깃·PAE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경계·부록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625" y="4667250"/>
            <a:ext cx="10572750" cy="9048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" y="495300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요지  ·  논문 주모델은 SAAR. Zn·베어링은 확장·한계 보고. PAE 결과와는 아직 안 겹침.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 연구와 겹치는 지점, 그리고 본 연구가 다루는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방정식은 모르더라도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수명 경계·최근 이력 같은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가정은 어떻게 쓸 것인가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본 연구의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가정을 명시적으로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신경망이 이를 훼손하지 않게 하며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근거가 부족하면 예측을 유보한다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새로운 모형의 발명이라기보다, 학습 지지 밖 남은수명 예측에서 약한 가정을 안전하게 운용하는 절차를 정립한 연구다.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연구 바운더리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식을 넣을까 · 식 없이 어떻게 · 믿어도 될까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어떤 식을 넣을까?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 없이 어떻게?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지금 논문은 Q2(PP). PP는 prior-free가 아니라 equation-free. 일반 구조 bias(safeguard)는 있다.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PAE의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후보식이 있으면 PAE(식+NN) · 없으면 PP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PAE에서도 식만으로 끝내지 않는다. 허용된 식 위에 부족분은 NN이 제한적으로 학습한다.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