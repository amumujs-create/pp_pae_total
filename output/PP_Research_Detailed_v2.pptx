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52500" y="2286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11111"/>
                </a:solidFill>
                <a:latin typeface="AppleGothic"/>
                <a:ea typeface="AppleGothic"/>
              </a:rPr>
              <a:t>가정 인식형 외삽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2857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55555"/>
                </a:solidFill>
                <a:latin typeface="AppleGothic"/>
                <a:ea typeface="AppleGothic"/>
              </a:rPr>
              <a:t>Assumption-Aware Extrapolation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34290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A5C5C"/>
                </a:solidFill>
                <a:latin typeface="AppleGothic"/>
                <a:ea typeface="AppleGothic"/>
              </a:rPr>
              <a:t>식 없는 경로  ·  SAAR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4381500"/>
            <a:ext cx="10287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11111"/>
                </a:solidFill>
                <a:latin typeface="AppleGothic"/>
                <a:ea typeface="AppleGothic"/>
              </a:rPr>
              <a:t>Smart Production Systems Lab.  ·  박사과정 박형배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48577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AppleGothic"/>
                <a:ea typeface="AppleGothic"/>
              </a:rPr>
              <a:t>2026.09.09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외삽을 범용화하고, 식 유무로 경로만 가른다</a:t>
            </a:r>
          </a:p>
        </p:txBody>
      </p:sp>
      <p:pic>
        <p:nvPicPr>
          <p:cNvPr id="6" name="Picture 5" descr="research_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430000" cy="51435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support 밖에서는 데이터가 아니라 가정이 방향을 정한다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857250"/>
            <a:ext cx="11239500" cy="51435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방법 — SAAR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동결 affine + dual-scale residual  ·  equation-free</a:t>
            </a:r>
          </a:p>
        </p:txBody>
      </p:sp>
      <p:pic>
        <p:nvPicPr>
          <p:cNvPr id="6" name="Picture 5" descr="pp_equ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430000" cy="49530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지금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개발 3배터리 주표</a:t>
            </a:r>
          </a:p>
        </p:txBody>
      </p:sp>
      <p:pic>
        <p:nvPicPr>
          <p:cNvPr id="6" name="Picture 5" descr="summary_execu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11430000" cy="47625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주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같은 구조 · Sunwoda / RWTH / MICH</a:t>
            </a:r>
          </a:p>
        </p:txBody>
      </p:sp>
      <p:pic>
        <p:nvPicPr>
          <p:cNvPr id="6" name="Picture 5" descr="result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9625"/>
            <a:ext cx="11620500" cy="523875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Ablation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고정 경계 → SAAR 이동  ·  평균–최저 tradeoff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9625"/>
            <a:ext cx="11620500" cy="523875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양의 8곳 × 알고리즘 $R^2$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62000"/>
            <a:ext cx="11620500" cy="53340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SAAR vs TabPFN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표 수치 기반 막대 비교</a:t>
            </a:r>
          </a:p>
        </p:txBody>
      </p:sp>
      <p:pic>
        <p:nvPicPr>
          <p:cNvPr id="6" name="Picture 5" descr="pp_vs_tabp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430000" cy="51435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bootstrap CI  ·  MICH unit $R^2$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57250"/>
            <a:ext cx="11620500" cy="504825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표로 남긴 한계  ·  주장 / 비주장</a:t>
            </a:r>
          </a:p>
        </p:txBody>
      </p:sp>
      <p:pic>
        <p:nvPicPr>
          <p:cNvPr id="6" name="Picture 5" descr="fail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9625"/>
            <a:ext cx="5905500" cy="4953000"/>
          </a:xfrm>
          <a:prstGeom prst="rect">
            <a:avLst/>
          </a:prstGeom>
        </p:spPr>
      </p:pic>
      <p:pic>
        <p:nvPicPr>
          <p:cNvPr id="7" name="Picture 6" descr="status_co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809625"/>
            <a:ext cx="5334000" cy="495300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경로와 한 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PAE / SAAR  ·  오늘 가져갈 말</a:t>
            </a:r>
          </a:p>
        </p:txBody>
      </p:sp>
      <p:pic>
        <p:nvPicPr>
          <p:cNvPr id="6" name="Picture 5" descr="pp_vs_pa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09625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3400" y="4667250"/>
            <a:ext cx="11049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11111"/>
                </a:solidFill>
                <a:latin typeface="AppleGothic"/>
                <a:ea typeface="AppleGothic"/>
              </a:rPr>
              <a:t>1  밖을 지탱하는 것은 가정이지만, 식만 넣으면 답이 아니다.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5048250"/>
            <a:ext cx="11049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11111"/>
                </a:solidFill>
                <a:latin typeface="AppleGothic"/>
                <a:ea typeface="AppleGothic"/>
              </a:rPr>
              <a:t>2  식이 없으면 SAAR — 동결 affine + 제한 residual.  주표 0.934 / 0.842 / 0.751.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429250"/>
            <a:ext cx="11049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11111"/>
                </a:solidFill>
                <a:latin typeface="AppleGothic"/>
                <a:ea typeface="AppleGothic"/>
              </a:rPr>
              <a:t>3  실패·Zn·PAE는 한계/후속. 만능 SOTA를 주장하지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