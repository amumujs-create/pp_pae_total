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4" r:id="rId15"/>
    <p:sldId id="265" r:id="rId16"/>
    <p:sldId id="260" r:id="rId11"/>
    <p:sldId id="261" r:id="rId12"/>
    <p:sldId id="262" r:id="rId13"/>
    <p:sldId id="263" r:id="rId14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81" r:id="rId32"/>
    <p:sldId id="282" r:id="rId33"/>
    <p:sldId id="283" r:id="rId34"/>
    <p:sldId id="284" r:id="rId35"/>
    <p:sldId id="285" r:id="rId36"/>
    <p:sldId id="287" r:id="rId38"/>
    <p:sldId id="290" r:id="rId41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6" r:id="rId37"/>
    <p:sldId id="288" r:id="rId39"/>
    <p:sldId id="289" r:id="rId40"/>
    <p:sldId id="291" r:id="rId42"/>
    <p:sldId id="292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PP-X: Prior-Transferability 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validation-approved prior-residual framework  ·  frozen method 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ppx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가정에 의존한다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문헌의 공통점은 ‘가정 없는 범용 외삽’이 아니라, 서로 다른 가정 아래의 제한된 보장이다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0050" y="914400"/>
            <a:ext cx="1866900" cy="838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1181100"/>
            <a:ext cx="16002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일반 회귀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00300" y="914400"/>
            <a:ext cx="9334500" cy="838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9850" y="1028700"/>
            <a:ext cx="88773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선형모형은 전역 함수형을 그대로 연장한다. 반면 tree 계열은 support 밖에서 상수화되기 쉽고, 제약 없는 NN은 외부 거동이 통제되지 않을 수 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9850" y="1524000"/>
            <a:ext cx="88773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Shen &amp; Meinshausen, JRSS-B, 2024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0050" y="1981200"/>
            <a:ext cx="1866900" cy="838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2247900"/>
            <a:ext cx="16002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단조 제약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00300" y="1981200"/>
            <a:ext cx="9334500" cy="838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9850" y="2095500"/>
            <a:ext cx="88773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지정한 입력–출력 관계의 단조성은 보장할 수 있다. 그러나 단조성만으로 외삽 기울기, 곡률, 경계 형태까지 정해지지는 않는다.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9850" y="2590800"/>
            <a:ext cx="88773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Runje &amp; Shankaranarayana, ICML, 2023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0050" y="3048000"/>
            <a:ext cx="1866900" cy="838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400" y="3314700"/>
            <a:ext cx="16002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수식 기반 학습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00300" y="3048000"/>
            <a:ext cx="9334500" cy="838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09850" y="3162300"/>
            <a:ext cx="88773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PINN은 지배방정식과 경계조건을 학습에 반영한다. 알려진 수식이 부정확하거나 적용 범위가 달라지면 그 제약도 함께 틀릴 수 있으며, 장기 외삽 실패도 보고되어 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9850" y="3657600"/>
            <a:ext cx="88773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Raissi et al., JCP, 2019; Krishnapriyan et al., NeurIPS, 2021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" y="4114800"/>
            <a:ext cx="1866900" cy="838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4381500"/>
            <a:ext cx="16002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최근 외삽 방법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00300" y="4114800"/>
            <a:ext cx="9334500" cy="838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9850" y="4229100"/>
            <a:ext cx="88773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Engression은 pre-additive noise와 단조성, extrapolation-aware inference는 방향미분 경계, Progression은 tail dependence 가정에 각각 의존한다.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9850" y="4724400"/>
            <a:ext cx="88773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Pfister &amp; Bühlmann, 2024; Buriticá &amp; Engelke, 2024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0050" y="5314950"/>
            <a:ext cx="11334750" cy="6667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48300"/>
            <a:ext cx="109156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정리  외삽 성능은 어떤 가정이 실제 데이터 생성 구조와 맞는지에 달려 있다. PP-X는 특정 prior를 항상 강제하지 않고, 검증자료가 지지하는 구조만 선택해 사용한다.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050" y="6153150"/>
            <a:ext cx="113347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Arial"/>
                <a:ea typeface="AppleGothic"/>
              </a:rPr>
              <a:t>Sources: DOI 10.1093/jrsssb/qkae108 · PMLR 202:7920–7939 · arXiv:2402.09758 · arXiv:2410.23246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외삽을 위한 방법은 이미 다양하다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차이는 알고리즘의 복잡도보다, support 밖에서 어떤 구조가 유지된다고 보는지에 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3850" y="1009650"/>
            <a:ext cx="2705100" cy="3962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00" y="1200150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함수족 · 연산</a:t>
            </a:r>
          </a:p>
        </p:txBody>
      </p:sp>
      <p:sp>
        <p:nvSpPr>
          <p:cNvPr id="8" name="Rectangle 7"/>
          <p:cNvSpPr/>
          <p:nvPr/>
        </p:nvSpPr>
        <p:spPr>
          <a:xfrm>
            <a:off x="495300" y="1619250"/>
            <a:ext cx="2362200" cy="66675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0550" y="1752600"/>
            <a:ext cx="21717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EQL · NALU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activation 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4350" y="2571750"/>
            <a:ext cx="23241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전제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350" y="2838450"/>
            <a:ext cx="23241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해석식의 함수족이나 산술 연산이 밖에서도 유지된다고 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" y="3733800"/>
            <a:ext cx="23241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제한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" y="4000500"/>
            <a:ext cx="23241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맞으면 멀리까지 연장 가능하지만, 함수족이 틀리면 오차가 크게 늘 수 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8500" y="1009650"/>
            <a:ext cx="2705100" cy="3962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9950" y="1200150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9950" y="1619250"/>
            <a:ext cx="2362200" cy="66675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5200" y="1752600"/>
            <a:ext cx="21717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CMNN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monotone · Lipschitz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2571750"/>
            <a:ext cx="23241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전제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838450"/>
            <a:ext cx="23241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증가·감소 방향이나 변화율의 한계를 구조적으로 보장한다.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3733800"/>
            <a:ext cx="23241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000500"/>
            <a:ext cx="23241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방향은 보장해도 외삽 기울기와 곡률까지 자동으로 정해지지는 않는다.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150" y="1009650"/>
            <a:ext cx="2705100" cy="3962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4600" y="1200150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수식 · 물리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600" y="1619250"/>
            <a:ext cx="2362200" cy="666750"/>
          </a:xfrm>
          <a:prstGeom prst="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850" y="1752600"/>
            <a:ext cx="21717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PINN · Physics-ML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physics feature / loss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3650" y="2571750"/>
            <a:ext cx="23241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전제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3650" y="2838450"/>
            <a:ext cx="23241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지배방정식, 경계조건 또는 물리 특징이 새로운 구간에서도 성립한다고 본다.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3650" y="3733800"/>
            <a:ext cx="23241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3650" y="4000500"/>
            <a:ext cx="23241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수식이 불완전하거나 적용 조건이 바뀌면 잘못된 제약이 될 수 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67800" y="1009650"/>
            <a:ext cx="2705100" cy="3962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1200150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분포 · 불확실성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9250" y="1619250"/>
            <a:ext cx="2362200" cy="666750"/>
          </a:xfrm>
          <a:prstGeom prst="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34500" y="1752600"/>
            <a:ext cx="21717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Engression · Progression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GP · UQ · abstention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8300" y="2571750"/>
            <a:ext cx="23241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전제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8300" y="2838450"/>
            <a:ext cx="23241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잡음구조나 tail dependence를 이용하거나, 불확실할 때 예측 범위를 넓히고 보류한다.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8300" y="3733800"/>
            <a:ext cx="23241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제한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8300" y="4000500"/>
            <a:ext cx="23241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분포 가정과 calibration 조건이 필요하며, 보류는 예측값 자체를 개선하는 방법은 아니다.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3850" y="5219700"/>
            <a:ext cx="11449050" cy="6858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2450" y="5343525"/>
            <a:ext cx="1099185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이번 사전 조사에서 확인한 공백  방법은 많지만, 서로 다른 prior 후보를 같은 기준으로 승인·거절하고 미승인 시 실행 경로까지 정하는 절차는 뚜렷하지 않았다.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3850" y="6115050"/>
            <a:ext cx="1144905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Arial"/>
                <a:ea typeface="AppleGothic"/>
              </a:rPr>
              <a:t>Xu et al., ICLR 2021 · Martius &amp; Lampert, ICLR 2017 · Trask et al., NeurIPS 2018 · Runje et al., ICML 2023 · Shen &amp; Meinshausen, JRSS-B 2024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왜 PP-X가 필요한가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외삽에서는 예측기보다 먼저 구조 가정의 사용 자격을 검증해야 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관측 범위를 벗어나면 데이터만으로 예측 곡선의 형태를 정하기 어렵다. 따라서 어떤 구조 가정을 사용할지 먼저 판단해야 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19250"/>
            <a:ext cx="4857750" cy="28003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90700"/>
            <a:ext cx="44005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69F00"/>
                </a:solidFill>
                <a:latin typeface="Arial"/>
                <a:ea typeface="AppleGothic"/>
              </a:rPr>
              <a:t>기존 외삽의 취약점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2266950"/>
            <a:ext cx="4191000" cy="1809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① support 밖의 tail은 데이터만으로 식별 불가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② prior와 NN의 수정 권한이 불명확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③ test 결과를 본 뒤 구조를 정당화할 위험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④ 가정이 틀려도 예측값을 강제로 출력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562600" y="2800350"/>
            <a:ext cx="704850" cy="4000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6050" y="1619250"/>
            <a:ext cx="5238750" cy="28003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4650" y="1790700"/>
            <a:ext cx="47815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72B2"/>
                </a:solidFill>
                <a:latin typeface="Arial"/>
                <a:ea typeface="AppleGothic"/>
              </a:rPr>
              <a:t>PP-X의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266950"/>
            <a:ext cx="4533900" cy="1809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① typed admissibility contract 선언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② frozen prior 중심의 residual 권한 제한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③ physical-unit validation evidence로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④ 미승인 시 exact fallback / abstention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62500"/>
            <a:ext cx="112776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PP-X는 시험 결과를 보고 유리한 모델을 고르지 않는다. 학습과 검증 단계에서 사용할 가정과 실행 경로를 정하고, 시험 단계에서는 이를 그대로 적용한다.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5816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가정 선언  ·  제한된 residual 학습  ·  검증자료 기반 승인  ·  미승인 시 대체 경로 적용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본 연구의 기여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PP-X는 구조 가정의 선언, 학습 범위, 승인 기준을 하나의 절차로 정리한다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4800" y="1009650"/>
            <a:ext cx="3657600" cy="4000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4350" y="12001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01  DECLARE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4350" y="1562100"/>
            <a:ext cx="3238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Typed contract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2057400"/>
            <a:ext cx="32385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허용할 prior · tail · 단위 · fallback을 배포 전에 선언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" y="2971800"/>
            <a:ext cx="3238500" cy="8763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3086100"/>
            <a:ext cx="2971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common backbone 6/12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unit-risk gate 8/12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" y="4114800"/>
            <a:ext cx="32385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반례  RWTH dual-scale · MICH fixed-bound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91000" y="1009650"/>
            <a:ext cx="3657600" cy="4000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0550" y="12001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02 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0550" y="1562100"/>
            <a:ext cx="3238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Prior-preserving residual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0550" y="2057400"/>
            <a:ext cx="32385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frozen prior 주변에서 source가 지지하는 만큼만 NN이 수정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00550" y="2971800"/>
            <a:ext cx="3238500" cy="8763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900" y="3086100"/>
            <a:ext cx="2971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direct 17/25, p=.0028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bound violation 0 / 17,645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0550" y="4114800"/>
            <a:ext cx="32385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미확증  trainable p=.071 · unbounded p=.578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7200" y="1009650"/>
            <a:ext cx="3657600" cy="4000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6750" y="12001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03  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0" y="1562100"/>
            <a:ext cx="3238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Approval / fallback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750" y="2057400"/>
            <a:ext cx="32385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물리 단위 증거가 있을 때만 executor를 승인하고 동결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86750" y="2971800"/>
            <a:ext cx="3238500" cy="8763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20100" y="3086100"/>
            <a:ext cx="2971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Sun +.221 · MICH +.283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DS03 route 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6750" y="4114800"/>
            <a:ext cx="32385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한계  DS03 .8818 &lt; Engression .9013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391150"/>
            <a:ext cx="112776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개별 모듈보다 중요한 기여는 구조 가정의 선언부터 승인 또는 거절까지를 재현 가능한 절차로 정식화했다는 점이다.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기존 방법과의 차이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구조 가정의 허용 범위와 승인 절차를 명시했다는 점에서 기존 방법과 구분된다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95350"/>
            <a:ext cx="11277600" cy="6667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7275"/>
            <a:ext cx="10820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Typed contract · frozen prior 주변의 residual 학습 · validation-only 승인 · 사전 지정 fallback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0975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193357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PINN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7900" y="180975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38400" y="192405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완전한 식을 요구하지 않고 typed partial prior의 사용 자격을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650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2450" y="260032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Prior-residual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47900" y="247650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38400" y="259080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correction을 더하는 데서 끝나지 않고 수정 권한과 승인 규칙을 명시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4325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2450" y="326707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MoE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47900" y="314325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38400" y="325755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test sample별 routing 없이 배포 전에 executor 또는 fallback을 하나로 동결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81000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450" y="393382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Engression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47900" y="381000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38400" y="392430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generic predictive distribution보다 승인된 structural tail 보존에 초점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76750"/>
            <a:ext cx="165735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2450" y="4600575"/>
            <a:ext cx="14668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AppleGothic"/>
              </a:rPr>
              <a:t>V-REx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47900" y="4476750"/>
            <a:ext cx="94869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38400" y="4591050"/>
            <a:ext cx="91059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domain-risk invariance가 아니라 state-level strict-tail과 prior authority를 통제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34000"/>
            <a:ext cx="112776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개별 모듈의 최초성이나 모든 외삽 문제에서의 우월성은 주장하지 않는다.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결과의 해석 범위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회고 분석, 동일예산 재검증, prospective 평가를 구분해 해석한다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5750" y="1009650"/>
            <a:ext cx="3714750" cy="31813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00" y="1200150"/>
            <a:ext cx="32956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TIER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" y="1600200"/>
            <a:ext cx="32956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회고적 일관성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300" y="2114550"/>
            <a:ext cx="3295650" cy="112395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2286000"/>
            <a:ext cx="2990850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9/9  ·  p=.00390625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77 units  ·  RMSE −33.8%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CI 15.8–48.6%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" y="3524250"/>
            <a:ext cx="32956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비교모델 예산이 일부 이질적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91000" y="1009650"/>
            <a:ext cx="3714750" cy="31813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0550" y="1200150"/>
            <a:ext cx="32956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TIER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0550" y="1600200"/>
            <a:ext cx="32956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동일예산 재검증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0550" y="2114550"/>
            <a:ext cx="3295650" cy="112395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2950" y="2286000"/>
            <a:ext cx="2990850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9×8×30 candidates×5 refit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8/9  ·  p=.0391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Virkler −.002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0550" y="3524250"/>
            <a:ext cx="32956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5 seeds는 독립 표본이 아님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6250" y="1009650"/>
            <a:ext cx="3714750" cy="31813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00150"/>
            <a:ext cx="32956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TIER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00200"/>
            <a:ext cx="32956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Prospective truth test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05800" y="2114550"/>
            <a:ext cx="3295650" cy="1123950"/>
          </a:xfrm>
          <a:prstGeom prst="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86000"/>
            <a:ext cx="2990850" cy="800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route-selection PASS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fallback .8818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Engression .9013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5800" y="3524250"/>
            <a:ext cx="32956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predictive superiority FAIL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14850"/>
            <a:ext cx="11277600" cy="857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650" y="4676775"/>
            <a:ext cx="109347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PP-X의 구조적 필요성과 회고 분석에서의 일관성은 확인되었다. 다만 독립 prospective 평가에서의 예측 우월성은 아직 확증되지 않았다.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6578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논문의 주장 범위: strict-tail 외삽에서의 구조 검증과 조건부 실행. 보편적 SOTA나 안전 보장은 포함하지 않는다.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weak / partial structural prior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typed 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validation-approved prior-residual  ·  frozen method v1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future program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explicit equation-card compiler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후보 생성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검증자료가 지지하는 구조만 사용하고, 그렇지 않으면 미리 정한 대체 경로를 적용한다</a:t>
            </a:r>
          </a:p>
        </p:txBody>
      </p:sp>
      <p:pic>
        <p:nvPicPr>
          <p:cNvPr id="6" name="Picture 5" descr="ppx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876300"/>
            <a:ext cx="11087100" cy="36385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52450" y="4762500"/>
            <a:ext cx="11087100" cy="7810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4886325"/>
            <a:ext cx="106299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PP-X는 시험 표본마다 모델을 바꾸지 않는다. 학습 전에 구조 가정과 대체 경로를 선언하고, 검증자료로 사용할 실행 구조를 결정한 뒤 시험 단계에서는 이를 고정한다.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5772150"/>
            <a:ext cx="110871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승인된 경우 해당 executor를 사용하고, 승인되지 않으면 사전 지정 fallback을 사용하거나 예측을 보류한다.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Algorithm 1: Declare → Learn → Approve → Decline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test-independent structural assumption approval · frozen method v1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670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00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1 DECLARE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typed contract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state · tail · units · prior · fallback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5275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1945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375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2 LEARN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375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frozen prior 주변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source-supported bounded residual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0550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7220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650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3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validation-only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physical-unit gain · unit-risk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58250" y="1238250"/>
            <a:ext cx="228600" cy="1905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24950" y="800100"/>
            <a:ext cx="2647950" cy="11049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895350"/>
            <a:ext cx="24193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4 DECLINE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9250" y="1162050"/>
            <a:ext cx="24193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승인 실패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exact fallback / abstention</a:t>
            </a:r>
          </a:p>
        </p:txBody>
      </p:sp>
      <p:pic>
        <p:nvPicPr>
          <p:cNvPr id="21" name="Picture 20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2076450"/>
            <a:ext cx="7239000" cy="2857500"/>
          </a:xfrm>
          <a:prstGeom prst="rect">
            <a:avLst/>
          </a:prstGeom>
        </p:spPr>
      </p:pic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524750" y="2095500"/>
          <a:ext cx="426720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frozen method v1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Authority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중심 residual 수정 권한 제한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Selection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test-independent · sample-wise routing 없음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524750" y="3486150"/>
          <a:ext cx="426720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29337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Safety gate (val만)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상대 이득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same-split fallback보다 RMSE 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유닛 증거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unit-bootstrap 95% CI 하한 &gt;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evidence가 지지한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337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90500" y="5048250"/>
            <a:ext cx="72390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 top-level은 모든 데이터에서 하나의 동일 network를 강제한다는 뜻이 아니다. core와 executor 후보를 validation evidence로 선택한다.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trust=0 exact matched MLP는 역사적 nested stress-test의 한 fallback 구현이다. 최종 방법은 선언된 frozen fallback을 쓰거나 예측을 abstain한다.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Algorithm 1은 test 예측을 보고 혼합하지 않는다. 승인된 한 경로만 frozen forward; 실패는 exact fallback 또는 abstention.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PP-X 9-setting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retrospective concept-aligned evidence · 확증 cohort 아님 ·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동일예산 · retrospective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uniformly tuned: 9 settings × 8 baselines × 30 candidates × 5 refit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설계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Settings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동일한 retrospective 평가 단위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Baselines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각 setting에서 같은 예산으로 비교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Candidates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방법별 후보 수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Refit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 후 동일 횟수 재적합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전체 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486150"/>
            <a:ext cx="30480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PP-X  8 / 9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양측 sign p=.0391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동일예산에서 우세 방향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유일한 미승리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86150"/>
            <a:ext cx="30480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Virkler  −0.002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차이는 작지만</a:t>
            </a:r>
          </a:p>
          <a:p>
            <a:pPr algn="ctr"/>
            <a:r>
              <a:rPr sz="1600" b="0">
                <a:solidFill>
                  <a:srgbClr val="222222"/>
                </a:solidFill>
                <a:latin typeface="Arial"/>
                <a:ea typeface="AppleGothic"/>
              </a:rPr>
              <a:t>승리로 세지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5800" y="2895600"/>
            <a:ext cx="3429000" cy="2095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300" y="3048000"/>
            <a:ext cx="304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해석 경계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6300" y="3429000"/>
            <a:ext cx="3048000" cy="1200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후보 30회 = 방법별 탐색예산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구조개발 전체가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30회였다는 뜻 아님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57800"/>
            <a:ext cx="112776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해석  동일한 후보·refit 예산에서 우세 방향을 재검사한 retrospective benchmark다. 5 seeds는 독립 표본 아님. sign test의 n은 9 settings다.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674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Tier A mixed strongest portfolio 및 Tier C DS03 prospective와 결합하거나 pooled하지 않는다.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DS03 prospective truth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Tier C · route-selection PASS와 predictive superiority FAIL을 분리한다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343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39052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 /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사전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해석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route-selection PASS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basic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.832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fallback보다 낮음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fallback보다 낮음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.9013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비교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predictive superiority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CRT / GCIE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.8851 / .8850 (nested .8727)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Algorithm 1 미포함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3619500"/>
            <a:ext cx="5429250" cy="13525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37528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성공한 주장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95750"/>
            <a:ext cx="5048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test를 보기 전에 fallback 경로를 선택했고,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대안 PP-X 경로보다 높았다.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5550" y="3619500"/>
            <a:ext cx="5429250" cy="13525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6050" y="37528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실패한 주장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6050" y="4095750"/>
            <a:ext cx="5048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Engression .9013을 넘지 못했다.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prospective predictive superiority를 주장하지 않는다.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353050"/>
            <a:ext cx="112776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N-CMAPSS .937은 retrospective portfolio split이며 DS03가 아니다. Tier A/B 수치와 DS03를 합산하지 않는다.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최종 모델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PP-X가 top-level · executor와 rejected 개발안을 구분한다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구성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역할 / 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validation-approved prior-residual framework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paper main · frozen method v1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SAAR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support-aware affine-residual mechanism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historical alias / core architecture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CCMR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trajectory-domain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only · 메인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DS03 .8851 &lt; Engression .9013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 · Algorithm 1 미포함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GCIE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.8850 · nested .8727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rejected · Algorithm 1 미포함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324350"/>
            <a:ext cx="5429250" cy="12001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" y="44386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승인될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762500"/>
            <a:ext cx="50482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evidence가 지지한 core / domain executor만 실행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5550" y="4324350"/>
            <a:ext cx="5429250" cy="12001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6050" y="4438650"/>
            <a:ext cx="50482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prior가 거절될 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6050" y="4762500"/>
            <a:ext cx="50482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사전 고정 fallback으로 전환하거나 abstention · test로 재선택 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1500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PAE는 future program일 뿐 paper main이 아니다. CRT/GCIE는 최종 Algorithm 1에 넣지 않는다.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역사적 메커니즘 — trust stress-test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nested network · 최종 PP-X 전체 구조가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29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이 장의 동일-network 설계는 trust와 exact fallback을 검증한 historical mechanism/stress-test다.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① 후보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&gt;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nonlinear residual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동일 초기화·optimizer의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matched MLP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095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150" y="1276350"/>
            <a:ext cx="3238500" cy="31432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7700" y="1428750"/>
            <a:ext cx="28194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② validation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7700" y="1885950"/>
            <a:ext cx="28194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MLP 대비 RMSE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상대 2% 이상 개선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physical-unit bootstrap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95% CI 하한 &gt; 0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 unit ≥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2571750"/>
            <a:ext cx="4000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9100" y="1276350"/>
            <a:ext cx="3695700" cy="31432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8650" y="1428750"/>
            <a:ext cx="3276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③ 한 경로만 출력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8650" y="1885950"/>
            <a:ext cx="3276600" cy="209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통과  prior trust 유지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실패  trust = 0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exact matched MLP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※ test 예측을 보고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혼합하지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62500"/>
            <a:ext cx="11277600" cy="7239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" y="4924425"/>
            <a:ext cx="108585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historical v1.0 = core 구조 점검   ·   historical v1.1 = trust/fallback stress-test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197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주의  Stanford 결과를 본 뒤 만든 post-test development다. retrospective portfolio와 final Algorithm 1을 소급 대체하지 않는다.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Historical stress-test — trust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· 2고호트 × 6 trust × 4 architecture × 5 seeds = 240 fits</a:t>
            </a:r>
          </a:p>
        </p:txBody>
      </p:sp>
      <p:pic>
        <p:nvPicPr>
          <p:cNvPr id="6" name="Picture 5" descr="v11_complete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6667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Val-best trust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Test-best*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250mAh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.10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 16/32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lr .0005/.001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42–46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5/arm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362450"/>
            <a:ext cx="4000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test-best는 설명용 사후 dose-response이며 선택에 사용하지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Stanford  validation은 trust=0을 선호하지만 test dose 최고는 .20(R² .094).  ISU는 validation .02, test dose 최고 .10(R² .557).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trust의 test 최적점은 고호트마다 다르고 validation 최적점과도 다르다. test를 보고 trust를 고르면 누수다.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historical mechanism evidence only · final PP-X 전체가 하나의 동일 network라는 뜻이 아니다.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Historical stress-test — gate 2×2 · seed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당시 v1.1 · 2% margin on/off × unit-bootstrap on/off · exact fallback</a:t>
            </a:r>
          </a:p>
        </p:txBody>
      </p:sp>
      <p:pic>
        <p:nvPicPr>
          <p:cNvPr id="6" name="Picture 5" descr="v11_complete_gate_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125"/>
                <a:gridCol w="1000125"/>
                <a:gridCol w="1000125"/>
                <a:gridCol w="1000125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Cohort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 gain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Boot 95% CI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Full gate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Stanford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[−.276,.208]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ISU 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+1.65%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[−.145,.196]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reject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4/8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32/45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 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229100"/>
            <a:ext cx="40005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각 gate 단독으로도 두 prior를 거절</a:t>
            </a:r>
          </a:p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Full gate = matched MLP exact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비용  ISU always-on test R² .555 → full gate .451. 유효한 약한 prior도 놓친다.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Seed  두 고호트 모두 개별 seed 하나는 R²&lt;0. 따라서 ensemble 양수만으로 seed-robust를 주장하지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7215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다음 legacy ablation과 이 두 고호트는 retrospective mechanism evidence다. final Algorithm 1의 동일-network 주장이 아니다.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0481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Mixed portfolio 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strongest same-split · heterogeneous budget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p=.00390625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48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Equal-budget sign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uniformly tuned retrospective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8/9 · p=.0391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481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Tier A: 9/9, p=.00390625.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geo. RMSE −33.8%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hierarchical CI 15.8–48.6%.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Tier B: 8/9, p=.0391.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  <a:ea typeface="AppleGothic"/>
              </a:rPr>
              <a:t>서로 합치지 않음.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아홉 셋 유닛 log-RMSE 비는 평균 0.39, 계층 bootstrap 95% CI [0.16, 0.65]. 선우다·배치2·엔진·아헨은 구간이 0을 넘는다. 화중·균열·NASA·2019는 유닛이 적어 구간이 0을 포함한다.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portfolio split. DS03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method v1 · 표 수치는 retrospective portfolio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Position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방법론·신뢰성 중심 상위저널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8674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* N-CMAPSS 0.937은 retrospective portfolio split이다. prospective DS03와 동일 split·비교가 아니다.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validation-approved prior-residual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core + selected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.939  RWTH .878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MICH .751 (dual-scale)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paper main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frozen method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future program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PP-X는 validation-approved prior-residual framework다. executor는 근거 있을 때만 켜고, 아니면 fallback / abstention한다.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Future program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PAE는 future program이며 PP-X paper-main 숫자와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METHOD  Declare typed contract → Learn prior-centered residual → Approve / Decline → exact fallback / abstention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EVIDENCE A/B  mixed strongest retrospective 9/9, p=.00390625 · equal-budget retrospective 8/9, p=.0391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LIMITATION  DS03 prospective route-selection PASS · predictive-superiority FAIL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SCOPE  strict-tail · unit-disjoint · val-only · PAE는 future 한 줄이며 universal SOTA를 주장하지 않음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[Appendix]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PP-X paper main  ·  frozen method v1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37/37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