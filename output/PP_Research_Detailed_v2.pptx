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500" y="2286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11111"/>
                </a:solidFill>
                <a:latin typeface="AppleGothic"/>
                <a:ea typeface="AppleGothic"/>
              </a:rPr>
              <a:t>가정 인식형 외삽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857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4290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A5C5C"/>
                </a:solidFill>
                <a:latin typeface="AppleGothic"/>
                <a:ea typeface="AppleGothic"/>
              </a:rPr>
              <a:t>식 없는 경로  ·  SAAR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4381500"/>
            <a:ext cx="1028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Smart Production Systems Lab.  ·  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8577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외삽을 범용화하고, 식 유무로 경로만 가른다</a:t>
            </a:r>
          </a:p>
        </p:txBody>
      </p:sp>
      <p:pic>
        <p:nvPicPr>
          <p:cNvPr id="6" name="Picture 5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support 밖에서는 데이터가 아니라 가정이 방향을 정한다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857250"/>
            <a:ext cx="112395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방법 — SAAR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동결 affine + dual-scale residual  ·  equation-free</a:t>
            </a:r>
          </a:p>
        </p:txBody>
      </p:sp>
      <p:pic>
        <p:nvPicPr>
          <p:cNvPr id="6" name="Picture 5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지금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개발 3배터리 주표</a:t>
            </a:r>
          </a:p>
        </p:txBody>
      </p:sp>
      <p:pic>
        <p:nvPicPr>
          <p:cNvPr id="6" name="Picture 5" descr="summary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04875"/>
            <a:ext cx="6667500" cy="4000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9000" y="1524000"/>
          <a:ext cx="43815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/>
                <a:gridCol w="219075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데이터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평균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39000" y="4381500"/>
            <a:ext cx="4381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만능 SOTA 아님  ·  PAE 결과는 이번 표에 없음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같은 구조 · Sunwoda / RWTH / MICH</a:t>
            </a:r>
          </a:p>
        </p:txBody>
      </p:sp>
      <p:pic>
        <p:nvPicPr>
          <p:cNvPr id="6" name="Picture 5" descr="result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57250"/>
            <a:ext cx="6858000" cy="4572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9000" y="1143000"/>
          <a:ext cx="447675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25"/>
                <a:gridCol w="746125"/>
                <a:gridCol w="746125"/>
                <a:gridCol w="746125"/>
                <a:gridCol w="746125"/>
                <a:gridCol w="746125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모형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평균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최저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고정 경계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무제한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0.718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0.788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0.759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0.755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0.718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거리보정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39000" y="4381500"/>
            <a:ext cx="44767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ppleGothic"/>
                <a:ea typeface="AppleGothic"/>
              </a:rPr>
              <a:t>최저(MICH)를 살린 tradeoff  ·  확증 cohort 별도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고정 경계 → SAAR 이동  ·  평균–최저 tradeoff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11620500" cy="52387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(a) heatmap  ·  (b) SAAR vs TabPFN vs others  ·  아래는 동일 수치 표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81050"/>
            <a:ext cx="11239500" cy="3429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1000" y="4333875"/>
          <a:ext cx="11430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21166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Dataset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G-DRO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Mono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LinRBF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Engr.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GP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TabPFN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0.554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0.565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0.805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0.552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0.54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0.621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0.865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-0.24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-0.30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-0.05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0.619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-1.60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-0.89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0.602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0.385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0.526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-2.18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0.044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0.018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-2.64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-0.73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-2.46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0.202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0.674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-0.78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7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NCMAPSS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0.883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0.880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0.892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0.819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0.80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bootstrap CI  ·  MICH unit R²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57250"/>
            <a:ext cx="11620500" cy="50482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표로 남긴 한계  ·  주장 / 비주장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7250"/>
            <a:ext cx="571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AppleGothic"/>
                <a:ea typeface="AppleGothic"/>
              </a:rPr>
              <a:t>실패 설정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설정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기본 PP R²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조치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MICH 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경계 + dual-scale →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XJTU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-1.229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val/test 이동 반대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거절 / 옮기지 않음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FEMTO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-1.378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끝점 희소 · 채널 이슈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설계 미성숙 ·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NASA milling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-4.826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메커니즘 전이 · unit 극소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사전 Fail / ABSTAIN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714750"/>
            <a:ext cx="533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5C5C"/>
                </a:solidFill>
                <a:latin typeface="AppleGothic"/>
                <a:ea typeface="AppleGothic"/>
              </a:rPr>
              <a:t>주장하는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000500"/>
          <a:ext cx="5334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26670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0.934 / 0.842 /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범위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연속 열화 · unit-disjoint · hull-out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방법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동결 affine + dual-scale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타깃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96000" y="3714750"/>
            <a:ext cx="533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ppleGothic"/>
                <a:ea typeface="AppleGothic"/>
              </a:rPr>
              <a:t>아직 주장하지 않는 것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0" y="4000500"/>
          <a:ext cx="56388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교차도메인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XJTU · FEMTO 우월성 전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식 라우팅 실험 없음 · 표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만능 SOTA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경로와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PAE / SAAR  ·  오늘 가져갈 말</a:t>
            </a:r>
          </a:p>
        </p:txBody>
      </p:sp>
      <p:pic>
        <p:nvPicPr>
          <p:cNvPr id="6" name="Picture 5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09625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" y="4667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1  밖을 지탱하는 것은 가정이지만, 식만 넣으면 답이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5048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2  식이 없으면 SAAR — 동결 affine + 제한 residual.  주표 0.934 / 0.842 / 0.751.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429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3  실패·Zn·PAE는 한계/후속. 만능 SOTA를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