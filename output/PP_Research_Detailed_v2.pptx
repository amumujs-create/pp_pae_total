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500" y="2286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11111"/>
                </a:solidFill>
                <a:latin typeface="AppleGothic"/>
                <a:ea typeface="AppleGothic"/>
              </a:rPr>
              <a:t>가정 인식형 외삽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2857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55555"/>
                </a:solidFill>
                <a:latin typeface="AppleGothic"/>
                <a:ea typeface="AppleGothic"/>
              </a:rPr>
              <a:t>Assumption-Aware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34290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A5C5C"/>
                </a:solidFill>
                <a:latin typeface="AppleGothic"/>
                <a:ea typeface="AppleGothic"/>
              </a:rPr>
              <a:t>식 없는 경로  ·  SAAR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4381500"/>
            <a:ext cx="1028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Smart Production Systems Lab.  ·  박사과정 박형배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48577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AppleGothic"/>
                <a:ea typeface="AppleGothic"/>
              </a:rPr>
              <a:t>2026.09.09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외삽을 범용화하고, 식 유무로 경로만 가른다</a:t>
            </a:r>
          </a:p>
        </p:txBody>
      </p:sp>
      <p:pic>
        <p:nvPicPr>
          <p:cNvPr id="6" name="Picture 5" descr="research_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430000" cy="5143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support 밖에서는 데이터가 아니라 가정이 방향을 정한다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857250"/>
            <a:ext cx="11239500" cy="5143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방법 — SAAR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동결 affine + dual-scale residual  ·  equation-free</a:t>
            </a:r>
          </a:p>
        </p:txBody>
      </p:sp>
      <p:pic>
        <p:nvPicPr>
          <p:cNvPr id="6" name="Picture 5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430000" cy="4953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지금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개발 3배터리 주표</a:t>
            </a:r>
          </a:p>
        </p:txBody>
      </p:sp>
      <p:pic>
        <p:nvPicPr>
          <p:cNvPr id="6" name="Picture 5" descr="summary_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04875"/>
            <a:ext cx="6667500" cy="4000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39000" y="1524000"/>
          <a:ext cx="43815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/>
                <a:gridCol w="219075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데이터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0.934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0.842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평균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0.842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39000" y="4381500"/>
            <a:ext cx="4381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만능 SOTA 아님  ·  PAE 결과는 이번 표에 없음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주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같은 구조 · Sunwoda / RWTH / MICH</a:t>
            </a:r>
          </a:p>
        </p:txBody>
      </p:sp>
      <p:pic>
        <p:nvPicPr>
          <p:cNvPr id="6" name="Picture 5" descr="result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57250"/>
            <a:ext cx="6858000" cy="4572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39000" y="1143000"/>
          <a:ext cx="447675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125"/>
                <a:gridCol w="746125"/>
                <a:gridCol w="746125"/>
                <a:gridCol w="746125"/>
                <a:gridCol w="746125"/>
                <a:gridCol w="746125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모형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평균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최저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고정 경계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무제한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0.718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0.788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0.759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0.755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0.718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거리보정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0.810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0.736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SAAR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0.934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0.842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0.842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A5C5C"/>
                          </a:solidFill>
                          <a:latin typeface="AppleGothic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DCEBE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39000" y="4381500"/>
            <a:ext cx="447675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ppleGothic"/>
                <a:ea typeface="AppleGothic"/>
              </a:rPr>
              <a:t>최저(MICH)를 살린 tradeoff  ·  확증 cohort 별도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고정 경계 → SAAR 이동  ·  평균–최저 tradeoff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9625"/>
            <a:ext cx="11620500" cy="523875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양의 8곳 × 전 알고리즘 (SAAR … TabPFN 한 그래프)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42950"/>
            <a:ext cx="11430000" cy="5334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bootstrap CI  ·  MICH unit R²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57250"/>
            <a:ext cx="11620500" cy="504825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표로 남긴 한계  ·  주장 / 비주장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7250"/>
            <a:ext cx="571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AppleGothic"/>
                <a:ea typeface="AppleGothic"/>
              </a:rPr>
              <a:t>실패 설정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설정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기본 PP R²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해석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조치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MICH (기본)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ppleGothic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경계 + dual-scale →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XJTU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ppleGothic"/>
                          <a:ea typeface="AppleGothic"/>
                        </a:rPr>
                        <a:t>-1.229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val/test 이동 반대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거절 / 옮기지 않음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FEMTO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ppleGothic"/>
                          <a:ea typeface="AppleGothic"/>
                        </a:rPr>
                        <a:t>-1.378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끝점 희소 · 채널 이슈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설계 미성숙 · 보류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NASA milling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ppleGothic"/>
                          <a:ea typeface="AppleGothic"/>
                        </a:rPr>
                        <a:t>-4.826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메커니즘 전이 · unit 극소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사전 Fail / ABSTAIN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714750"/>
            <a:ext cx="533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5C5C"/>
                </a:solidFill>
                <a:latin typeface="AppleGothic"/>
                <a:ea typeface="AppleGothic"/>
              </a:rPr>
              <a:t>주장하는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000500"/>
          <a:ext cx="53340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/>
                <a:gridCol w="26670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항목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0.934 / 0.842 /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범위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연속 열화 · unit-disjoint · hull-out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방법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동결 affine + dual-scale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타깃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96000" y="3714750"/>
            <a:ext cx="533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ppleGothic"/>
                <a:ea typeface="AppleGothic"/>
              </a:rPr>
              <a:t>아직 주장하지 않는 것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6000" y="4000500"/>
          <a:ext cx="56388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항목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교차도메인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XJTU · FEMTO 우월성 전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식 라우팅 실험 없음 · 표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만능 SOTA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AppleGothic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cxnSp>
        <p:nvCxnSpPr>
          <p:cNvPr id="12" name="Connector 11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경로와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PAE / SAAR  ·  오늘 가져갈 말</a:t>
            </a:r>
          </a:p>
        </p:txBody>
      </p:sp>
      <p:pic>
        <p:nvPicPr>
          <p:cNvPr id="6" name="Picture 5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09625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3400" y="4667250"/>
            <a:ext cx="11049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1  밖을 지탱하는 것은 가정이지만, 식만 넣으면 답이 아니다.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5048250"/>
            <a:ext cx="11049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2  식이 없으면 SAAR — 동결 affine + 제한 residual.  주표 0.934 / 0.842 / 0.751.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429250"/>
            <a:ext cx="11049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3  실패·Zn·PAE는 한계/후속. 만능 SOTA를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