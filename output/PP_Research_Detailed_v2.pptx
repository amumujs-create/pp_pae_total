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mai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275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91250" y="0"/>
            <a:ext cx="1524000" cy="6858000"/>
          </a:xfrm>
          <a:prstGeom prst="rect">
            <a:avLst/>
          </a:prstGeom>
          <a:solidFill>
            <a:srgbClr val="B20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742950"/>
            <a:ext cx="838200" cy="47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000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KOREA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76375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PP EXTRAPOLATION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RESEARCH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2809875"/>
            <a:ext cx="5143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식 있으면 PAE  ·  식 없으면 PP</a:t>
            </a:r>
          </a:p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지금은 식 없는 경로(PP)를 연구한다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40005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CCB"/>
                </a:solidFill>
                <a:latin typeface="AppleGothic"/>
                <a:ea typeface="AppleGothic"/>
              </a:rPr>
              <a:t>남은수명 · 배터리 · 베어링 · 공구 상태예측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5334000"/>
            <a:ext cx="4000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Smart Production Systems Lab.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모티베이션 → 프레임 → PP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6191250"/>
            <a:ext cx="190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BCCB"/>
                </a:solidFill>
                <a:latin typeface="AppleGothic"/>
                <a:ea typeface="AppleGothic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발표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왜 → 그래서 프레임 → 지금은 PP → 요약 → 상세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625" y="1905000"/>
            <a:ext cx="2524125" cy="6096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202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3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모티베이션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밖에서는 가정이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예측을 가른다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23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718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71875" y="1905000"/>
            <a:ext cx="2524125" cy="6096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427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86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프레임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14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있음=PAE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없음=PP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2457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341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4125" y="1905000"/>
            <a:ext cx="2524125" cy="6096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652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8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 요약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36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두괄식 한 장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현재 단계 결론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868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963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6375" y="1905000"/>
            <a:ext cx="2524125" cy="6096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877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B–D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상세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59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방법·실험·한계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전망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625" y="4667250"/>
            <a:ext cx="10572750" cy="9048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" y="495300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핵심 구분  ·  PAE = 후보식이 있을 때  ·  PP = 식이 없을 때(equation-free). 이번 자료는 PP.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그래서 무엇을 하고 싶은가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한 모델이 아니라, 식 유무에 따라 갈리는 프레임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10858500" cy="952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762125"/>
            <a:ext cx="103822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밖을 지탱하는 건 데이터만이 아니다 → 가정을 숨기지 말고,</a:t>
            </a:r>
          </a:p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관측으로 정당화되는 수준만 쓰고, 틀리면 줄이거나 멈추는 시스템을 만들고 싶다.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857500"/>
            <a:ext cx="5143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857500"/>
            <a:ext cx="5143500" cy="5334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875" y="2990850"/>
            <a:ext cx="46672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후보 식이 있으면 → PAE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4875" y="3619500"/>
            <a:ext cx="4667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Equation path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허용된 식을 뼈대로 두고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부족분만 제한된 NN으로 보정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이득 없으면 식을 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1750" y="2857500"/>
            <a:ext cx="5143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857500"/>
            <a:ext cx="5143500" cy="5334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9875" y="2990850"/>
            <a:ext cx="46672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후보 식이 없으면 →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9875" y="3619500"/>
            <a:ext cx="4667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Equation-free path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경계·이력 같은 약한 prior만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고정 affine + bounded residual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(이번 발표의 주 경로)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 분기 자체가 연구의 큰 그림이다. 이름보다 먼저 기억할 것: 식 있음=PAE, 식 없음=PP.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만들고 싶은 프레임 (큰그림)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갈린 뒤, 실행·보증까지 이어진다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428750"/>
            <a:ext cx="45720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00500" y="1600200"/>
            <a:ext cx="4191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관측 · 경계 · 도메인 지식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0" y="2333625"/>
            <a:ext cx="40005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457450"/>
            <a:ext cx="3619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후보식이 관측으로 정당화되는가?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50" y="3238500"/>
            <a:ext cx="4953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6750" y="3238500"/>
            <a:ext cx="114300" cy="1524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3381375"/>
            <a:ext cx="4381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4A261"/>
                </a:solidFill>
                <a:latin typeface="AppleGothic"/>
                <a:ea typeface="AppleGothic"/>
              </a:rPr>
              <a:t>YES → PAE (식 있는 경로)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3810000"/>
            <a:ext cx="4381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식 검증·조립 + 제한된 NN 보정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wrong prior / prior-off 안전장치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72250" y="3238500"/>
            <a:ext cx="4953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72250" y="3238500"/>
            <a:ext cx="114300" cy="1524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381375"/>
            <a:ext cx="4381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A9D8F"/>
                </a:solidFill>
                <a:latin typeface="AppleGothic"/>
                <a:ea typeface="AppleGothic"/>
              </a:rPr>
              <a:t>NO → PP (식 없는 경로)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810000"/>
            <a:ext cx="4381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equation-free 외삽 안전장치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약한 prior를 NN이 덮어쓰지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81250" y="5048250"/>
            <a:ext cx="7429500" cy="666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7000" y="5219700"/>
            <a:ext cx="685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그다음 공통: Assurance — 믿기 / 불확실성 / 보류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그중 지금 어디인가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경로(PP)를 먼저 독립 논문으로 닫는다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66875"/>
            <a:ext cx="3429000" cy="5334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없음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약한 prior 실행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← 이번 범위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005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675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76750" y="1666875"/>
            <a:ext cx="3429000" cy="5334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725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975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535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있음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식+NN 보정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라우팅·prior-off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2480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915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1500" y="1666875"/>
            <a:ext cx="3429000" cy="5334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0" y="18002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통합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4500" y="1800225"/>
            <a:ext cx="2095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0100" y="2428875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식 유무 분기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Assurance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한 프레임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PP는 ‘PAE의 미완성본’이 아니다. 식이 없을 때의 실행기를 먼저 증명하고,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나중에 식이 있을 때(PAE)가 이 경로를 옵션으로 부른다.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 한 장 요약 (두괄식)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경로의 지금 결론 — 상세는 뒤에서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904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24000"/>
            <a:ext cx="1038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PP(SAAR) = 식 없는(equation-free) 외삽 안전장치.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고정 affine + 제한 residual.  (대비: PAE = 식 있는 경로 — 이번 주결과가 아님)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571750"/>
            <a:ext cx="2619375" cy="4191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한 줄 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ŷ = m · softplus(ℓ + cθ)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m: 경계 · ℓ: 동결 affine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cθ: dual-scale 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571750"/>
            <a:ext cx="2619375" cy="4191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23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3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Sunwoda / RWTH / MICH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0.934 / 0.842 / 0.751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최저점을 살린 tradeoff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1250" y="2571750"/>
            <a:ext cx="2619375" cy="4191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6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주장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6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val≈test일 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만능 SOTA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535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53500" y="2571750"/>
            <a:ext cx="2619375" cy="4191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68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아직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68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Zn·베어링=한계/확장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PAE(식 있음) 결과 없음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분야 Q1–Q2 본선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다음  ·  방법·실험·한계를 상세히. (모티베이션·프레임은 앞에서 끝)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81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4A261"/>
                </a:solidFill>
                <a:latin typeface="AppleGothic"/>
                <a:ea typeface="AppleGothic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이제부터 상세 (PP)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27D98"/>
                </a:solidFill>
                <a:latin typeface="AppleGothic"/>
                <a:ea typeface="AppleGothic"/>
              </a:rPr>
              <a:t>연구 위치·바운더리 → SAAR 구조 → 실험·한계 → 전망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식 없는 경로를 근거로 풀어 쓴다  ·  PAE(식 있음)는 대비·전망으로만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선행과 겹치는 지점, 그리고 식 없는 경로가 메우는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결합(식 있음)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방정식이 없어도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경계·이력 같은 약한 가정으로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외삽을 어떻게 안전하게?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없이(equation-free)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prior를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NN이 이를 훼손하지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식이 있을 때(PAE)와 없을 때(PP)를 한 프레임에 두되, 이번 논문은 식 없는 실행기부터 증명한다.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식을 넣을까 · 식 없이 어떻게 · 믿어도 될까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어떤 식을 넣을까?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 없이 어떻게?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지금 논문은 Q2(PP). PP는 prior-free가 아니라 equation-free. 일반 구조 bias(safeguard)는 있다.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PAE의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후보식이 있으면 PAE(식+NN) · 없으면 PP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PAE에서도 식만으로 끝내지 않는다. 허용된 식 위에 부족분은 NN이 제한적으로 학습한다.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53340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450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SAAR / dual-scale BQ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Sunwoda·RWTH·MICH 0.934 / 0.842 / 0.751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논문 1편의 주 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5334000" cy="457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 / Zn-ion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BQ만으로는 Zn untouched 실패 →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RBF-regime·refit으로 개발 점수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53340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교차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450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XJTU · FEMTO · Milling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구조 복구·입력 감사 단계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통합 우월성 주장 전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5334000" cy="457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 / 저널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결과 표는 PP만 · PAE 라우팅 실험 없음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714500"/>
            <a:ext cx="2619375" cy="4953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BQ-PP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untouched Zn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 (≈ −0.38)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14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4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1714500"/>
            <a:ext cx="2619375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5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8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RBF-regime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장수명 memory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BQ 혼합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722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1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50" y="1714500"/>
            <a:ext cx="2619375" cy="4953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α / refit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강한 shrinkage +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full-dev refit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9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9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1714500"/>
            <a:ext cx="2619375" cy="4953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0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개발 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Zn ≈ 0.91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Na ≈ 0.82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4191000"/>
            <a:ext cx="10858500" cy="1333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875" y="4381500"/>
            <a:ext cx="10382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주의  ·  0.91/0.82는 이미 본 test에 대한 사후 개발 결과. 새 untouched 확증으로 쓰지 않음.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개선의 큰 축은 새 NN 구조만이 아니라 ridge shrinkage와 validation을 포함한 standard refit 계약.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RBF+BQ 혼합은 margin=0 경계를 항상 보장하지 않음 → 다음 후보: quotient 안 결합(Dynamic Boundary-Scale).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구조로 설명되는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dual-scale로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(고정 bound 0.468→0.751)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Zn에서 lifetime 경로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추가로 BQ 단독 실패 보완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계약·조율로 오른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α=1000 affine shrinkage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full-development refit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(같은 epoch로 val prefix 포함)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refit을 MLP에도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줘야 공정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분리 안 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RBF memory 정보량 vs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 residual 기여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공정 NN 대조·nested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CV·표본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발표/논문 멘트: ‘모델이 통째로 한 단계 진화’보다 ‘어디서 구조가, 어디서 계약이 이득인지’를 분리한다.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428750"/>
            <a:ext cx="1428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428750"/>
            <a:ext cx="1714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500" y="1428750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핵심 수치/사실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42875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주장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250" y="168592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80975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500" y="180975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개발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0" y="180975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progress+scale transport ≈ 0.257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(기존 Ridge −0.84)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0" y="180975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post-test 개발. 독립 확증 아님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50" y="249555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61937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5500" y="261937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판정 보류/실패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261937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잘못된 진동 채널 발견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교정 후 PP 구조들 채택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261937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우월 실패가 아니라 설계 미성숙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250" y="330517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2900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5500" y="342900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감사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342900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일부 양수 점수는 수식 보정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경로 꺼진 경우 있음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42900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기여와 보정 기여 분리 필요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6250" y="411480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423862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정보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423862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423862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 prefix + 다른 Z면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어떤 f(H)도 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423862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보이는 lifetime을 복원하지 않음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