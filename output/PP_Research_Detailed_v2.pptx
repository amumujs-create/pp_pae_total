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304800"/>
            <a:ext cx="11430000" cy="6248400"/>
          </a:xfrm>
          <a:prstGeom prst="rect">
            <a:avLst/>
          </a:prstGeom>
          <a:noFill/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s_la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552450"/>
            <a:ext cx="30480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09550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Arial"/>
                <a:ea typeface="AppleGothic"/>
              </a:rPr>
              <a:t>PP-X: Prior-Transferability Adaptive Extrapolation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52700"/>
            <a:ext cx="10668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222"/>
                </a:solidFill>
                <a:latin typeface="Arial"/>
                <a:ea typeface="AppleGothic"/>
              </a:rPr>
              <a:t>for Robust Prediction Beyond Observed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43250"/>
            <a:ext cx="10668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  <a:latin typeface="Arial"/>
                <a:ea typeface="AppleGothic"/>
              </a:rPr>
              <a:t>관측된 support 밖에서의 강건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714750"/>
            <a:ext cx="10668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2B2"/>
                </a:solidFill>
                <a:latin typeface="Arial"/>
                <a:ea typeface="AppleGothic"/>
              </a:rPr>
              <a:t>validation-approved prior-residual framework  ·  frozen method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7675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Smart Production Systems Lab.  ·  박사과정 박진서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953000"/>
            <a:ext cx="1066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2026.09.11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문제 · 연구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밖에서는 데이터가 답을 정하지 못한다.  정당화되는 prior에 맞춰 고른다.</a:t>
            </a:r>
          </a:p>
        </p:txBody>
      </p:sp>
      <p:pic>
        <p:nvPicPr>
          <p:cNvPr id="6" name="Picture 5" descr="nn_vs_ppx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19150"/>
            <a:ext cx="6096000" cy="38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2900" y="4686300"/>
            <a:ext cx="6096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점선 왼쪽은 학습, 오른쪽은 그 밖. 제약 없는 NN은 열화 중에도 예측이 되살아난다.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819150"/>
            <a:ext cx="5219700" cy="12573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1800" y="895350"/>
            <a:ext cx="4914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왜 외삽인가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1123950"/>
            <a:ext cx="49149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학습 분포 안에서는 잘 맞혀도, 관측되지 않은 영역에서는 성능이 급히 떨어질 수 있다. 열화·RUL·피로균열은 실제 시점이 학습 support 밖인 경우가 많아, 보간보다 밖에서의 예측이 중요하다.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190750"/>
            <a:ext cx="5219700" cy="12573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1800" y="2266950"/>
            <a:ext cx="4914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9F00"/>
                </a:solidFill>
                <a:latin typeface="Arial"/>
                <a:ea typeface="AppleGothic"/>
              </a:rPr>
              <a:t>prior는 일정하지 않다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2495550"/>
            <a:ext cx="49149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같은 데이터라도 prior가 바뀌면 밖으로 나가는 곡선이 달라진다. 어떤 문제는 방향·경계·추세만 알고, 어떤 문제는 식과 적용 조건까지 있다. 맞지 않는 prior를 강제하면 외삽이 나빠진다.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562350"/>
            <a:ext cx="5219700" cy="146685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800" y="3638550"/>
            <a:ext cx="4914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2"/>
                </a:solidFill>
                <a:latin typeface="Arial"/>
                <a:ea typeface="AppleGothic"/>
              </a:rPr>
              <a:t>출발점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3886200"/>
            <a:ext cx="49149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맞는 답이 하나가 아니다. 밖을 지탱하는 것은 데이터가 아니라 지금 정당화되는 prior다. prior가 많을수록 좋은 것이 아니라, 그 수준과 신뢰성에 맞춰 외삽 전략을 고른다. 다음 장에서 경로를 나눈다.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2/29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연구 루트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그래서 후보식이 정당화되는지에 따라 경로를 나눈다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05000" y="876300"/>
            <a:ext cx="2476500" cy="381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관측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43250" y="1257300"/>
            <a:ext cx="0" cy="22860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57750" y="876300"/>
            <a:ext cx="2476500" cy="381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경계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57300"/>
            <a:ext cx="0" cy="22860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810500" y="876300"/>
            <a:ext cx="2476500" cy="381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도메인 지식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48750" y="1257300"/>
            <a:ext cx="0" cy="22860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43250" y="1485900"/>
            <a:ext cx="590550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6000" y="1485900"/>
            <a:ext cx="0" cy="13335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own Arrow 13"/>
          <p:cNvSpPr/>
          <p:nvPr/>
        </p:nvSpPr>
        <p:spPr>
          <a:xfrm>
            <a:off x="5943600" y="1600200"/>
            <a:ext cx="304800" cy="1143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52750" y="1752600"/>
            <a:ext cx="6286500" cy="4572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  <a:ea typeface="AppleGothic"/>
              </a:rPr>
              <a:t>후보식이 정당화되는가?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38500" y="2209800"/>
            <a:ext cx="0" cy="15240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53500" y="2209800"/>
            <a:ext cx="0" cy="15240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38500" y="2362200"/>
            <a:ext cx="571500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own Arrow 18"/>
          <p:cNvSpPr/>
          <p:nvPr/>
        </p:nvSpPr>
        <p:spPr>
          <a:xfrm>
            <a:off x="3086100" y="2362200"/>
            <a:ext cx="304800" cy="152400"/>
          </a:xfrm>
          <a:prstGeom prst="downArrow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8801100" y="2362200"/>
            <a:ext cx="304800" cy="152400"/>
          </a:xfrm>
          <a:prstGeom prst="downArrow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" y="21717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2250" y="21717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YES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50" y="2590800"/>
            <a:ext cx="5143500" cy="19050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6750" y="2590800"/>
            <a:ext cx="76200" cy="1905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43400" y="2724150"/>
            <a:ext cx="1238250" cy="228600"/>
          </a:xfrm>
          <a:prstGeom prst="roundRect">
            <a:avLst>
              <a:gd name="adj" fmla="val 12000"/>
            </a:avLst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AppleGothic"/>
              </a:rPr>
              <a:t>이번 발표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450" y="2705100"/>
            <a:ext cx="3238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72B2"/>
                </a:solidFill>
                <a:latin typeface="Arial"/>
                <a:ea typeface="AppleGothic"/>
              </a:rPr>
              <a:t>PP-X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450" y="3067050"/>
            <a:ext cx="457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equation-free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450" y="3352800"/>
            <a:ext cx="4667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prior-residual 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450" y="3657600"/>
            <a:ext cx="4667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+ evidence-selected executor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50" y="4057650"/>
            <a:ext cx="4667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validation-approved prior-residual  ·  frozen method v1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1750" y="2590800"/>
            <a:ext cx="5143500" cy="19050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81750" y="2590800"/>
            <a:ext cx="76200" cy="190500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58400" y="2724150"/>
            <a:ext cx="1238250" cy="228600"/>
          </a:xfrm>
          <a:prstGeom prst="roundRect">
            <a:avLst>
              <a:gd name="adj" fmla="val 12000"/>
            </a:avLst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AppleGothic"/>
              </a:rPr>
              <a:t>future program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8450" y="2705100"/>
            <a:ext cx="3238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9F00"/>
                </a:solidFill>
                <a:latin typeface="Arial"/>
                <a:ea typeface="AppleGothic"/>
              </a:rPr>
              <a:t>PAE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8450" y="3067050"/>
            <a:ext cx="457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equation-aware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8450" y="3352800"/>
            <a:ext cx="4667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허용된 식 + 제한 NN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8450" y="3657600"/>
            <a:ext cx="4667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이득 없으면 PP-X로 되돌림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8450" y="4057650"/>
            <a:ext cx="4667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LLM · 온톨로지 · source gate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238500" y="4495800"/>
            <a:ext cx="0" cy="24765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953500" y="4495800"/>
            <a:ext cx="0" cy="24765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238500" y="4743450"/>
            <a:ext cx="571500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own Arrow 41"/>
          <p:cNvSpPr/>
          <p:nvPr/>
        </p:nvSpPr>
        <p:spPr>
          <a:xfrm>
            <a:off x="5943600" y="4743450"/>
            <a:ext cx="304800" cy="1143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095500" y="4933950"/>
            <a:ext cx="8001000" cy="4191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Assurance    ·    믿기  /  보류  /  거절    →    박사논문에서 두 경로 통합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750" y="5505450"/>
            <a:ext cx="1085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오늘은 왼쪽만 간다.  PAE와 Assurance는 지도에만 찍는다.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3/29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방법 — PP-X frozen method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validation-approved prior-residual framework · prior reject 시 fallback / abstention</a:t>
            </a:r>
          </a:p>
        </p:txBody>
      </p:sp>
      <p:pic>
        <p:nvPicPr>
          <p:cNvPr id="6" name="Picture 5" descr="ppx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742950"/>
            <a:ext cx="7239000" cy="381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24750" y="819150"/>
          <a:ext cx="4267200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</a:tblGrid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단계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frozen method v1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(a) candidate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동결 prior + 제한 residual 후보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(b) validation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same-split baseline 대비 이득·안정성 확인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(c) decision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승인 executor · frozen fallback · abstention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24750" y="3314700"/>
          <a:ext cx="42672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Safety gate (val만)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승인 조건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상대 이득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same-split fallback보다 RMSE 개선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유닛 증거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unit-bootstrap 95% CI 하한 &gt; 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승인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validation evidence가 지지한 executor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거절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frozen fallback 또는 abstention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90500" y="4648200"/>
            <a:ext cx="723900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PP-X top-level은 모든 데이터에서 하나의 동일 network를 강제한다는 뜻이 아니다. core와 executor 후보를 validation evidence로 선택한다.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trust=0 exact matched MLP는 역사적 nested stress-test의 한 fallback 구현이다. 최종 방법은 선언된 frozen fallback을 쓰거나 예측을 abstain한다.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" y="5715000"/>
            <a:ext cx="11525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test 예측을 보고 혼합하지 않는다. 승인 실패 → 사전 고정 fallback 또는 abstention. test는 frozen forward만.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4/29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외삽 구간을 어떻게 정하는가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학습이 본 건강 범위보다 더 진행된 관측만 점수로 친다</a:t>
            </a:r>
          </a:p>
        </p:txBody>
      </p:sp>
      <p:pic>
        <p:nvPicPr>
          <p:cNvPr id="6" name="Picture 5" descr="extrapolation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19150"/>
            <a:ext cx="6858000" cy="33337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4250" y="838200"/>
          <a:ext cx="44005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275"/>
                <a:gridCol w="2200275"/>
              </a:tblGrid>
              <a:tr h="41671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절차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경계, 유닛, 시간, 입력, 외삽 좌표를 먼저 고정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학습·검증·시험에 같은 유닛을 넣지 않음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학습에는 본 적 있는 건강 구간만 사용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검증·시험에는 그 범위 밖 관측만 남김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정규화 통계는 학습 분할에서만 계산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모델과 executor는 검증에서만 선택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67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고정한 시험 분할은 한 번만 예측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42900" y="4305300"/>
            <a:ext cx="11430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세로선은 학습에서 관측한 최저 건강이다. 그보다 더 나빠진 구간(오른쪽)만 검증·시험 점수에 넣는다.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같은 유닛의 미래 값, 최종 수명, 시험 궤적에서 만든 통계는 입력에 쓰지 않는다. 이 조건을 어기면 내삽 평가가 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5353050"/>
            <a:ext cx="11430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자르는 규칙은 같다. 외삽 geometry는 셋마다 다르므로 다음 장에서 1D와 다차원을 구분해 적는다.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5/29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외삽을 숫자로 확인하는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1D 열화좌표 기준이다. 전체 feature-space hull 밖이라고 말하지 않는다.</a:t>
            </a:r>
          </a:p>
        </p:txBody>
      </p:sp>
      <p:pic>
        <p:nvPicPr>
          <p:cNvPr id="6" name="Picture 5" descr="hull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781050"/>
            <a:ext cx="4953000" cy="381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238750" y="781050"/>
          <a:ext cx="6572248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062"/>
                <a:gridCol w="1643062"/>
                <a:gridCol w="1643062"/>
                <a:gridCol w="1643062"/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셋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1D Hull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거리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성격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선우다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4.42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셀 · 늦은 건강. 매우 명확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아헨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2.87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셀 · 늦은 건강. 매우 명확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건강 support 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미시간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3.43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셀 · 늦은 건강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실험셀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셀 · 건강 tail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화중 배터리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1.61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유닛 · 충전법/말기. 1D 기준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알루미늄 균열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시편 · 균열 tail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배치2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· PCA2 0% · PCA3 99.2%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항공기 엔진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· PCA2 0% · PCA3 83.6% · 조건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0500" y="4743450"/>
            <a:ext cx="11811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오늘 그림에는 1D ordered-coordinate 기준의 엄격한 외삽만 남긴다. XJTU·FEMTO·NASA milling은 도메인/재료 transfer라 이 표에 없다.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1D Hull-out 100%는 ‘선언한 건강·균열·조건 축’ 밖이지, 전체 특징공간 convex hull 밖이 아니다. 배치2와 엔진은 PCA 2D에서 0%다.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엔진은 거리 0.23 SD·Target-out 0%라 먼 수명 외삽이 아니라 운전조건(regime) 외삽이다.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6/29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프로토콜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점수는 이 범위 안에서만 읽는다  ·  적합도는 허가증이지 성적표가 아니다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52500"/>
          <a:ext cx="11277600" cy="238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규칙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의미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깨지면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unit-disjoint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train / val / test 셀이 겹치지 않음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같은 유닛 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hull-out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선언한 1D 열화좌표에서 test가 train 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내삽으로 바뀜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게이트·보정을 val에서만 고름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test로 튜닝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Pass / Weak / Fail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운행 허가. Fail이면 예측을 옮기지 않음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억지 점수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619500"/>
          <a:ext cx="5524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/>
                <a:gridCol w="276225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In scope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예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late-tail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 · RWTH · MICH · MATR2019 · NASA · Virkler · HUST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+ 다차원 설명 필요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MATRb2 · N-CMAPSS (PCA2는 0%)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train/val · group-LOO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0300" y="3619500"/>
          <a:ext cx="5524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/>
                <a:gridCol w="276225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오늘 표에 없음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이유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전체 feature hull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≠ 다차원 hull 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도메인 / 재료 transfer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조건·끝점·재질 이동은 다른 종류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C-MAPSS FD002/004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조건 hull은 강하나 이번 주표 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7/29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주 결과 — PP-X 9-setting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retrospective concept-aligned evidence · 확증 cohort 아님 · PAE 없음</a:t>
            </a:r>
          </a:p>
        </p:txBody>
      </p:sp>
      <p:pic>
        <p:nvPicPr>
          <p:cNvPr id="6" name="Picture 5" descr="ppx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1050"/>
            <a:ext cx="6477000" cy="37147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838200"/>
          <a:ext cx="4876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셋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Executor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화중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transport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선우다 상용셀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BQ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항공기 엔진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multiscale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알루미늄 균열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gated 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아헨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배치2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decay+transport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미시간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실험셀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multiscale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0.584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cal. latent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42900" y="4648200"/>
            <a:ext cx="3810000" cy="16002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" y="4648200"/>
            <a:ext cx="76200" cy="16002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" y="4743450"/>
            <a:ext cx="3429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2"/>
                </a:solidFill>
                <a:latin typeface="Arial"/>
                <a:ea typeface="AppleGothic"/>
              </a:rPr>
              <a:t>Li 배터리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4991100"/>
            <a:ext cx="3429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화중·선우다·아헨·미시간 리튬셀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MIT 수명 벤치 (2019 / 배치2)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NASA 실험용 18650  (로켓 아님)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5300" y="4648200"/>
            <a:ext cx="3619500" cy="1600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5300" y="4648200"/>
            <a:ext cx="76200" cy="1600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5800" y="4743450"/>
            <a:ext cx="32385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균열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800" y="4991100"/>
            <a:ext cx="32385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알루미늄 판에 금이 감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항공기 재료 피로실험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배터리 아님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648200"/>
            <a:ext cx="3771900" cy="16002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4648200"/>
            <a:ext cx="76200" cy="160020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7700" y="4743450"/>
            <a:ext cx="3390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9F00"/>
                </a:solidFill>
                <a:latin typeface="Arial"/>
                <a:ea typeface="AppleGothic"/>
              </a:rPr>
              <a:t>엔진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700" y="4991100"/>
            <a:ext cx="33909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항공기 엔진 시뮬레이터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처음 보는 비행조건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실제 비행기 데이터가 아님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8/29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동일예산 · prospective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사전에 고정한 9 settings × 8 baselines × 30 candidates × 5 refit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76300"/>
          <a:ext cx="11277600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설계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값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의미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Settings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동일한 prospective 평가 단위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Baselines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각 setting에서 같은 예산으로 비교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Candidates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방법별 후보 수 고정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Refit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선택 후 동일 횟수 재적합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895600"/>
            <a:ext cx="3429000" cy="20955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" y="3048000"/>
            <a:ext cx="3048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2B2"/>
                </a:solidFill>
                <a:latin typeface="Arial"/>
                <a:ea typeface="AppleGothic"/>
              </a:rPr>
              <a:t>전체 판정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3486150"/>
            <a:ext cx="30480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PP-X  8 / 9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양측 sign p=.0391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동일예산에서 우세 방향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1500" y="2895600"/>
            <a:ext cx="3429000" cy="20955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048000"/>
            <a:ext cx="3048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9F00"/>
                </a:solidFill>
                <a:latin typeface="Arial"/>
                <a:ea typeface="AppleGothic"/>
              </a:rPr>
              <a:t>유일한 미승리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86150"/>
            <a:ext cx="30480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Virkler  −0.002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차이는 작지만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승리로 세지 않는다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5800" y="2895600"/>
            <a:ext cx="3429000" cy="20955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6300" y="3048000"/>
            <a:ext cx="3048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Arial"/>
                <a:ea typeface="AppleGothic"/>
              </a:rPr>
              <a:t>DS03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6300" y="3429000"/>
            <a:ext cx="3048000" cy="120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frozen PP-X fallback  .8818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Engression  .9013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route-selection  PASS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predictive-superiority  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112776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해석  prospective protocol은 선택 예산을 맞춘다. DS03에서 올바른 fallback 경로를 골랐어도 최고 예측기는 아니므로 route success와 predictive superiority를 분리한다.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6740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N-CMAPSS 0.937 portfolio split은 DS03가 아니다. 서로 다른 split·비교를 섞지 않는다.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9/29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최종 모델 경계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PP-X가 top-level · executor와 rejected 개발안을 구분한다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76300"/>
          <a:ext cx="1127760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구성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역할 / 결과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최종 판정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PP-X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validation-approved prior-residual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paper main · frozen method v1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SAAR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support-aware affine-residual mechanism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historical alias / core architecture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CCMR v2.2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trajectory-domain 실행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 only · 메인 아님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DS03 .8851 &lt; Engression .9013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rejected · Algorithm 1 미포함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GCIE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.8850 · nested .8727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rejected · Algorithm 1 미포함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324350"/>
            <a:ext cx="5429250" cy="120015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" y="4438650"/>
            <a:ext cx="5048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2B2"/>
                </a:solidFill>
                <a:latin typeface="Arial"/>
                <a:ea typeface="AppleGothic"/>
              </a:rPr>
              <a:t>승인될 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4762500"/>
            <a:ext cx="504825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validation evidence가 지지한 core / domain executor만 실행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5550" y="4324350"/>
            <a:ext cx="5429250" cy="120015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6050" y="4438650"/>
            <a:ext cx="5048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9F00"/>
                </a:solidFill>
                <a:latin typeface="Arial"/>
                <a:ea typeface="AppleGothic"/>
              </a:rPr>
              <a:t>prior가 거절될 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4762500"/>
            <a:ext cx="504825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사전 고정 fallback으로 전환하거나 abstention · test로 재선택 금지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15000"/>
            <a:ext cx="11277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66666"/>
                </a:solidFill>
                <a:latin typeface="Arial"/>
                <a:ea typeface="AppleGothic"/>
              </a:rPr>
              <a:t>PAE는 future program일 뿐 paper main이 아니다. CRT/GCIE는 최종 Algorithm 1에 넣지 않는다.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10/29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역사적 메커니즘 — trust stress-test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개발 당시 v1.1 nested network · 최종 PP-X 전체 구조가 아님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2950"/>
            <a:ext cx="11277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이 장의 동일-network 설계는 trust와 exact fallback을 검증한 historical mechanism/stress-test다.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76350"/>
            <a:ext cx="3238500" cy="314325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50" y="1428750"/>
            <a:ext cx="28194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9F00"/>
                </a:solidFill>
                <a:latin typeface="Arial"/>
                <a:ea typeface="AppleGothic"/>
              </a:rPr>
              <a:t>① 후보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1885950"/>
            <a:ext cx="2819400" cy="20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trust &gt; 0</a:t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동결 affine prior</a:t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+ nonlinear residual</a:t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trust = 0</a:t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동일 초기화·optimizer의</a:t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matched 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0950" y="2571750"/>
            <a:ext cx="4000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666666"/>
                </a:solidFill>
                <a:latin typeface="Arial"/>
                <a:ea typeface="Apple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8150" y="1276350"/>
            <a:ext cx="3238500" cy="314325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7700" y="1428750"/>
            <a:ext cx="28194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2B2"/>
                </a:solidFill>
                <a:latin typeface="Arial"/>
                <a:ea typeface="AppleGothic"/>
              </a:rPr>
              <a:t>② validation 승인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7700" y="1885950"/>
            <a:ext cx="2819400" cy="20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MLP 대비 RMSE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상대 2% 이상 개선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+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physical-unit bootstrap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95% CI 하한 &gt; 0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+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validation unit ≥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1900" y="2571750"/>
            <a:ext cx="4000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666666"/>
                </a:solidFill>
                <a:latin typeface="Arial"/>
                <a:ea typeface="Apple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9100" y="1276350"/>
            <a:ext cx="3695700" cy="314325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8650" y="1428750"/>
            <a:ext cx="32766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Arial"/>
                <a:ea typeface="AppleGothic"/>
              </a:rPr>
              <a:t>③ 한 경로만 출력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8650" y="1885950"/>
            <a:ext cx="3276600" cy="20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통과  prior trust 유지</a:t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실패  trust = 0</a:t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exact matched MLP</a:t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※ test 예측을 보고</a:t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혼합하지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62500"/>
            <a:ext cx="11277600" cy="7239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50" y="4924425"/>
            <a:ext cx="1085850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AppleGothic"/>
              </a:rPr>
              <a:t>historical v1.0 = core 구조 점검   ·   historical v1.1 = trust/fallback stress-test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19750"/>
            <a:ext cx="112776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B1C1C"/>
                </a:solidFill>
                <a:latin typeface="Arial"/>
                <a:ea typeface="AppleGothic"/>
              </a:rPr>
              <a:t>주의  Stanford 결과를 본 뒤 만든 post-test development다. retrospective portfolio와 final Algorithm 1을 소급 대체하지 않는다.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11/29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Historical stress-test — trust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개발 당시 v1.1 · 2고호트 × 6 trust × 4 architecture × 5 seeds = 240 fits</a:t>
            </a:r>
          </a:p>
        </p:txBody>
      </p:sp>
      <p:pic>
        <p:nvPicPr>
          <p:cNvPr id="6" name="Picture 5" descr="v11_complete_tr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781050"/>
            <a:ext cx="7239000" cy="381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96200" y="876300"/>
          <a:ext cx="400050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333500"/>
                <a:gridCol w="1333500"/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Cohort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Val-best trust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Test-best*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Stanford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ISU 250mAh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.10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Grid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 16/32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lr .0005/.001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Seeds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42–46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5/arm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96200" y="4362450"/>
            <a:ext cx="40005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B1C1C"/>
                </a:solidFill>
                <a:latin typeface="Arial"/>
                <a:ea typeface="AppleGothic"/>
              </a:rPr>
              <a:t>* test-best는 설명용 사후 dose-response이며 선택에 사용하지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57750"/>
            <a:ext cx="11277600" cy="781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Stanford  validation은 trust=0을 선호하지만 test dose 최고는 .20(R² .094).  ISU는 validation .02, test dose 최고 .10(R² .557).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결론  trust의 test 최적점은 고호트마다 다르고 validation 최적점과도 다르다. test를 보고 trust를 고르면 누수다.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7215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historical mechanism evidence only · final PP-X 전체가 하나의 동일 network라는 뜻이 아니다.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12/29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Historical stress-test — gate 2×2 · 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개발 당시 v1.1 · 2% margin on/off × unit-bootstrap on/off · exact fallback</a:t>
            </a:r>
          </a:p>
        </p:txBody>
      </p:sp>
      <p:pic>
        <p:nvPicPr>
          <p:cNvPr id="6" name="Picture 5" descr="v11_complete_gate_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781050"/>
            <a:ext cx="7239000" cy="37147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96200" y="876300"/>
          <a:ext cx="400050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/>
                <a:gridCol w="1000125"/>
                <a:gridCol w="1000125"/>
                <a:gridCol w="1000125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Cohort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Val gain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Boot 95% CI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Full gate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Stanford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−0.28%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[−.276,.208]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reject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ISU 250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+1.65%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[−.145,.196]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reject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 wins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4/8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32/45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Fallback 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96200" y="4229100"/>
            <a:ext cx="40005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2"/>
                </a:solidFill>
                <a:latin typeface="Arial"/>
                <a:ea typeface="AppleGothic"/>
              </a:rPr>
              <a:t>각 gate 단독으로도 두 prior를 거절</a:t>
            </a:r>
          </a:p>
          <a:p>
            <a:pPr algn="l"/>
            <a:r>
              <a:rPr sz="1300" b="1">
                <a:solidFill>
                  <a:srgbClr val="0072B2"/>
                </a:solidFill>
                <a:latin typeface="Arial"/>
                <a:ea typeface="AppleGothic"/>
              </a:rPr>
              <a:t>Full gate = matched MLP exact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57750"/>
            <a:ext cx="11277600" cy="781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비용  ISU always-on test R² .555 → full gate .451. 유효한 약한 prior도 놓친다.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Seed  두 고호트 모두 개별 seed 하나는 R²&lt;0. 따라서 ensemble 양수만으로 seed-robust를 주장하지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7215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다음 legacy ablation과 이 두 고호트는 retrospective mechanism evidence다. final Algorithm 1의 동일-network 주장이 아니다.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13/29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dual-scale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executor 하나  ·  모든 데이터에 켜는 기본값이 아니다</a:t>
            </a:r>
          </a:p>
        </p:txBody>
      </p:sp>
      <p:pic>
        <p:nvPicPr>
          <p:cNvPr id="6" name="Picture 5" descr="abla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81050"/>
            <a:ext cx="11734800" cy="409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53000"/>
            <a:ext cx="55245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(a) 결론  고정 bound는 Sun·RWTH에서는 높지만 MICH를 0.468에 묶는다. dual-scale을 켠 뒤에야 MICH가 0.751이 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953000"/>
            <a:ext cx="54483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(b) 결론  평균을 조금 낮추고 최저 점수를 올린 선택이다. 데이터별 최고점을 모은 모델이 아니다.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14/29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구성요소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켠 모델 − matched 제거 arm  ·  ΔR²</a:t>
            </a:r>
          </a:p>
        </p:txBody>
      </p:sp>
      <p:pic>
        <p:nvPicPr>
          <p:cNvPr id="6" name="Picture 5" descr="ablation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38200"/>
            <a:ext cx="7239000" cy="381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15250" y="838200"/>
          <a:ext cx="409575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0"/>
                <a:gridCol w="1365250"/>
                <a:gridCol w="1365250"/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기능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대표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ΔR²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Residual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+0.658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+3.811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Frozen affine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bound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+0.221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−0.291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+0.283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Rate hist.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+1.256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3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Transport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+0.187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42900" y="4953000"/>
            <a:ext cx="72390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결론  residual은 세 배터리에서 모두 이득이다. 고정 bound와 full history는 MICH에서 마이너스다. 그래서 모듈을 쌓지 않고, 근거 있는 executor만 켠다.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15/29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대조군 ·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(a) matched 6-arm  ·  (b) causal history</a:t>
            </a:r>
          </a:p>
        </p:txBody>
      </p:sp>
      <p:pic>
        <p:nvPicPr>
          <p:cNvPr id="6" name="Picture 5" descr="ablation_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838200"/>
            <a:ext cx="6000750" cy="3810000"/>
          </a:xfrm>
          <a:prstGeom prst="rect">
            <a:avLst/>
          </a:prstGeom>
        </p:spPr>
      </p:pic>
      <p:pic>
        <p:nvPicPr>
          <p:cNvPr id="7" name="Picture 6" descr="ablation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838200"/>
            <a:ext cx="5715000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62500"/>
            <a:ext cx="112395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(a) 결론  Affine만, 또는 그냥 NN만으로는 부족하다. 동결 affine 위에 제한 residual을 올린 조합이 세 셋에서 가장 안정하다.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(b) 결론  속도 이력은 Sun·RWTH에 필요하고, MICH에서는 단순한 margin history가 더 높다(0.715 vs 0.468). 이력을 전역 기본값으로 두지 않는다.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16/29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transport ·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optional executor는 항상 켜지 않는다</a:t>
            </a:r>
          </a:p>
        </p:txBody>
      </p:sp>
      <p:pic>
        <p:nvPicPr>
          <p:cNvPr id="6" name="Picture 5" descr="ablation_ma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52500"/>
            <a:ext cx="4762500" cy="4000500"/>
          </a:xfrm>
          <a:prstGeom prst="rect">
            <a:avLst/>
          </a:prstGeom>
        </p:spPr>
      </p:pic>
      <p:pic>
        <p:nvPicPr>
          <p:cNvPr id="7" name="Picture 6" descr="stats_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952500"/>
            <a:ext cx="6477000" cy="381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000" y="4933950"/>
            <a:ext cx="1143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(a) 결론  MATRb2에서 transport가 주효과(+0.187)다. decay만으로는 +0.002다. 둘을 같이 켜야 0.862다.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(b) 결론  gate는 성능을 만드는 장치가 아니라 거절 장치다. 13곳 중 3곳만 개선, 10곳은 유지, 악화 0. seed는 5/5일 때만 승인한다.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17/29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모듈을 쌓지 않는다.  검증에서 이득이 있는 executor만 켠다.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19150"/>
            <a:ext cx="11277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앞 네 장의 숫자를 한 규칙으로 읽는다. 최종 PP-X는 공통 core + 데이터마다 고른 executor다.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1100"/>
            <a:ext cx="3619500" cy="34290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1100"/>
            <a:ext cx="76200" cy="3429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700" y="1295400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2B2"/>
                </a:solidFill>
                <a:latin typeface="Arial"/>
                <a:ea typeface="AppleGothic"/>
              </a:rPr>
              <a:t>항상 켠다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638300"/>
            <a:ext cx="32385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924050"/>
            <a:ext cx="3238500" cy="247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동결 affine prior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+ 제한 residual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Affine만, 또는 NN만으로는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세 배터리에서 무너진다.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Residual ΔR²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Sun +0.66  ·  MICH +3.81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6250" y="1181100"/>
            <a:ext cx="3619500" cy="34290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6250" y="1181100"/>
            <a:ext cx="76200" cy="342900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6750" y="1295400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9F00"/>
                </a:solidFill>
                <a:latin typeface="Arial"/>
                <a:ea typeface="AppleGothic"/>
              </a:rPr>
              <a:t>근거 있을 때만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6750" y="1638300"/>
            <a:ext cx="32385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executor  ·  val-only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750" y="1924050"/>
            <a:ext cx="3238500" cy="247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고정 bound  Sun · RWTH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dual-scale  MICH만 (+0.28)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속도 이력  Sun · RWTH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transport  HUST · MATRb2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gate  13곳 중 3곳만 승인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악화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5300" y="1181100"/>
            <a:ext cx="3619500" cy="3429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5300" y="1181100"/>
            <a:ext cx="76200" cy="3429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5800" y="1295400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Arial"/>
                <a:ea typeface="AppleGothic"/>
              </a:rPr>
              <a:t>켜면 나빠진다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800" y="1638300"/>
            <a:ext cx="32385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전역 기본값으로 두지 않음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1924050"/>
            <a:ext cx="3238500" cy="247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고정 bound → MICH −0.29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full rate history → MICH −0.25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dual-scale → Sun −0.005,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RWTH −0.036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평균을 조금 깎고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최저점을 살리는 선택은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데이터별 최고점 모음이 아니다.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00600"/>
            <a:ext cx="11277600" cy="6858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AppleGothic"/>
              </a:rPr>
              <a:t>읽는 법    core는 고정한다.   executor는 검증 증거가 있을 때만 켠다.   실패하면 safety로 되돌린다.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8165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그래서 주표의 executor가 데이터마다 다르다.  한꺼번에 켠 공동 모델이 아니다.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18/29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(a) heatmap  ·  (b) PP-X vs TabPFN vs others</a:t>
            </a:r>
          </a:p>
        </p:txBody>
      </p:sp>
      <p:pic>
        <p:nvPicPr>
          <p:cNvPr id="6" name="Picture 5" descr="competito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85800"/>
            <a:ext cx="118872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0" y="5791200"/>
            <a:ext cx="1143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1 PP-X 0.81 · 2 GroupDRO 0.36 · 3 V-REx 0.35.  순위=9곳 평균 R².  강건=9곳에서 양수(9/9, 7/9, 7/9).  MICH TabPFN=동일 202행, v3 CPU, ensemble −1.86.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19/29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무엇을 검정했는가  ·  파랑 = p&lt;0.05  ·  주황 = 유의 못 함</a:t>
            </a:r>
          </a:p>
        </p:txBody>
      </p:sp>
      <p:pic>
        <p:nvPicPr>
          <p:cNvPr id="6" name="Picture 5" descr="stats_wilcox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81050"/>
            <a:ext cx="5410200" cy="32385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19750" y="781050"/>
          <a:ext cx="6191248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812"/>
                <a:gridCol w="1547812"/>
                <a:gridCol w="1547812"/>
                <a:gridCol w="1547812"/>
              </a:tblGrid>
              <a:tr h="46264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①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검정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질문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결과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Wilcoxon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Sun·RWTH·MICH 25 unit RMSE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Direct 17/25 p=.003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Wilcoxon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soft / affine 대비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24/25 · 25/25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Wilcoxon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trainable / unbounded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p=.071 · .578  못 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 wins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아홉 셋 물리 유닛 77개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60/77 이김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Sign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이질적 strongest same-split 비교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9/9  양측 p=.0039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6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Bound audit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residual이 이론 bound를 넘나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 / 17,645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66700" y="4114800"/>
            <a:ext cx="2857500" cy="19050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4191000"/>
            <a:ext cx="2628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W  Wilcoxon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419600"/>
            <a:ext cx="26289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쌍을 이룬 unit RMSE.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H0: 중앙 차이 = 0.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파랑만 ‘이겼다’고 말함.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주황은 이긴 칸이 있어도 유의 아님.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8500" y="4114800"/>
            <a:ext cx="2857500" cy="1905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2800" y="4191000"/>
            <a:ext cx="2628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S  Seed binomial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2800" y="4419600"/>
            <a:ext cx="26289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5 seed가 affine을 골랐는가.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H0: 확률 ≤ 0.5.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5/5만 α=0.05 통과.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물리 반복이 아님.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300" y="4114800"/>
            <a:ext cx="2857500" cy="19050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600" y="4191000"/>
            <a:ext cx="2628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D  Domain 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4419600"/>
            <a:ext cx="26289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이질적인 9 settings의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strongest same-split comparison.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9/9 양측 exact p=.0039.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확증용 동일 baseline 검정 아님.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2100" y="4114800"/>
            <a:ext cx="2628900" cy="1905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6400" y="4191000"/>
            <a:ext cx="24003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B  Bound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400" y="4419600"/>
            <a:ext cx="24003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가설검정이 아니라 제약 감사.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|ŷ−affine| ≤ margin·B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17,645점 위반 0.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20/29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안정성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유닛 단위에서 개선이 한쪽으로 몰리지 않았는지 확인한다</a:t>
            </a:r>
          </a:p>
        </p:txBody>
      </p:sp>
      <p:pic>
        <p:nvPicPr>
          <p:cNvPr id="6" name="Picture 5" descr="robustnes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0"/>
            <a:ext cx="114300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457700"/>
            <a:ext cx="5524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(a) 결론  아홉 셋 유닛 log-RMSE 비는 평균 0.39, 계층 bootstrap 95% CI [0.16, 0.65]. 선우다·배치2·엔진·아헨은 구간이 0을 넘는다. 화중·균열·NASA·2019는 유닛이 적어 구간이 0을 포함한다.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457700"/>
            <a:ext cx="54483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(b) 결론  MICH 시험 8유닛의 개별 R²가 모두 양수다(0.50–0.96). 합친 점수 0.751은 한 유닛에 몰린 값이 아니므로 대표값으로 읽어도 된다. 이 그림은 검정이 아니라 분포 확인이다.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95950"/>
            <a:ext cx="11277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정리  유닛 안에서는 근거가 있다. 데이터 종류가 세 개뿐이라 분야 전체 유의는 말하지 않는다.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21/29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실패 · 경계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오늘 표는 1D 엄격한 외삽만.  같은 100%라도 geometry는 다르다.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47750"/>
          <a:ext cx="11277600" cy="2190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셋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경계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읽는 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 (base)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-1.522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관계 이동 · 보정 꺼짐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 켠 뒤 0.751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MATR2019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건강 tail은 맞음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주표에 남기되 약점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N-CMAPSS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0.937*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· PCA2 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portfolio split. DS03 아님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0.862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· PCA2 0% · PCA3 99.2%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다차원 geometry를 같이 적음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619500"/>
          <a:ext cx="5524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/>
                <a:gridCol w="276225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Claim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Detail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frozen method v1 · 표 수치는 retrospective portfolio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Scope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unit-disjoint · hull-out · val-only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Not default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 · transport · full history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Venue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분야 Q1–Q2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86500" y="3619500"/>
          <a:ext cx="54483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150"/>
                <a:gridCol w="272415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Not claimed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Detail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Zn / 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사후 개발 — untouched 확증 아님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도메인 transfer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오늘 외삽 정의에 넣지 않음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PAE 주표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오늘 점수와 섞지 않음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Universal SOTA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모든 OOD 1등 아님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6740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* N-CMAPSS 0.937은 retrospective portfolio split이다. prospective DS03와 동일 split·비교가 아니다.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22/29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끝난 고호트 — PP-X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잘된 셋만 PP-X.  MATR 두 곳은 기존 PP-X artifact  ·  Misata는 방금 같은 split으로 재실행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76300"/>
          <a:ext cx="112776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고호트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 경로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 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판정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 2019-01-24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validation-calibrated latent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양수. 봉인 latent 0.257에서 개선. 주표와 동일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 batch2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regime transport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0.862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양수. 봉인 0.471/0.523에서 개선. 주표와 동일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Misata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core · val이 unbounded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0.829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양수. MLP 0.854. 우월 확증은 여전히 실패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76750"/>
            <a:ext cx="112776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Misata 새 실행  seed 42–46 ensemble 0.829 (개별 0.816–0.829). executor는 validation에서 bounded가 2%를 못 넘겨 unbounded. 기존 locked MLP와 같은 1298행.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Oxford·MATWI·팬·XJTU는 실패 고호트라 PP-X로 다시 돌리지 않았다.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23/29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다음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지도는 루트 장에 있다.  여기서는 앞으로만 말한다.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47750"/>
            <a:ext cx="3619500" cy="34290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47750"/>
            <a:ext cx="76200" cy="3429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24150" y="1200150"/>
            <a:ext cx="1123950" cy="228600"/>
          </a:xfrm>
          <a:prstGeom prst="roundRect">
            <a:avLst>
              <a:gd name="adj" fmla="val 12000"/>
            </a:avLst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ppleGothic"/>
              </a:rPr>
              <a:t>지금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00150"/>
            <a:ext cx="190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2B2"/>
                </a:solidFill>
                <a:latin typeface="Arial"/>
                <a:ea typeface="AppleGothic"/>
              </a:rPr>
              <a:t>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1925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validation-approved prior-residual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00250"/>
            <a:ext cx="314325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core + selected executor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Sun .939  RWTH .878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MICH .751 (dual-scale)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48000"/>
            <a:ext cx="31432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paper main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frozen method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10000"/>
            <a:ext cx="3143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2"/>
                </a:solidFill>
                <a:latin typeface="Arial"/>
                <a:ea typeface="AppleGothic"/>
              </a:rPr>
              <a:t>만능 SOTA 아님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6250" y="1047750"/>
            <a:ext cx="3619500" cy="34290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6250" y="1047750"/>
            <a:ext cx="76200" cy="342900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53200" y="1200150"/>
            <a:ext cx="1123950" cy="228600"/>
          </a:xfrm>
          <a:prstGeom prst="roundRect">
            <a:avLst>
              <a:gd name="adj" fmla="val 12000"/>
            </a:avLst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ppleGothic"/>
              </a:rPr>
              <a:t>다음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850" y="1200150"/>
            <a:ext cx="190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69F00"/>
                </a:solidFill>
                <a:latin typeface="Arial"/>
                <a:ea typeface="AppleGothic"/>
              </a:rPr>
              <a:t>PAE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4850" y="161925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식 있는 경로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4850" y="2000250"/>
            <a:ext cx="314325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LLM·온톨로지·source gate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허용된 식만 실행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이득 없으면 PP-X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850" y="3810000"/>
            <a:ext cx="3143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9F00"/>
                </a:solidFill>
                <a:latin typeface="Arial"/>
                <a:ea typeface="AppleGothic"/>
              </a:rPr>
              <a:t>future program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5300" y="1047750"/>
            <a:ext cx="3619500" cy="3429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5300" y="1047750"/>
            <a:ext cx="76200" cy="3429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82250" y="1200150"/>
            <a:ext cx="1123950" cy="2286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ppleGothic"/>
              </a:rPr>
              <a:t>박사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3900" y="1200150"/>
            <a:ext cx="2095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Arial"/>
                <a:ea typeface="AppleGothic"/>
              </a:rPr>
              <a:t>Assurance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3900" y="161925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두 경로 통합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3900" y="2000250"/>
            <a:ext cx="314325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믿기 / 보류 / 거절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허가증으로 운행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Fail이면 옮기지 않음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3900" y="3810000"/>
            <a:ext cx="3143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이후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62500"/>
            <a:ext cx="112776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PP-X는 validation-approved prior-residual framework다. executor는 근거 있을 때만 켜고, 아니면 fallback / abstention한다.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24/29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Future program — PAE 컨셉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출처가 고정된 식을 컴파일하고, 적용 가능한지 검증한 뒤에만 실행한다.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010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PAE는 식 생성기가 아니다. 문헌 식 카드가 의미적으로 실행 가능하고, 검증에서 전이될 때만 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04900"/>
            <a:ext cx="3429000" cy="533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문제 서술  +  데이터 스키마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00500" y="1257300"/>
            <a:ext cx="266700" cy="20955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1500" y="1104900"/>
            <a:ext cx="3429000" cy="533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RAG   문헌 식 카드 · 인용만 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181100"/>
            <a:ext cx="3733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실행 권한 없음. 후보만 줄인다.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1695450"/>
            <a:ext cx="266700" cy="13335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885950"/>
            <a:ext cx="3429000" cy="112395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85950"/>
            <a:ext cx="76200" cy="112395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1962150"/>
            <a:ext cx="304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2B2"/>
                </a:solidFill>
                <a:latin typeface="Arial"/>
                <a:ea typeface="AppleGothic"/>
              </a:rPr>
              <a:t>LLM 게이트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209800"/>
            <a:ext cx="304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카드 ID와 역할 결합만 제안.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식·상수·인용·고장경계를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만들지 못한다.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00500" y="2286000"/>
            <a:ext cx="266700" cy="20955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1500" y="1885950"/>
            <a:ext cx="3429000" cy="112395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1500" y="1885950"/>
            <a:ext cx="76200" cy="112395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962150"/>
            <a:ext cx="304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9F00"/>
                </a:solidFill>
                <a:latin typeface="Arial"/>
                <a:ea typeface="AppleGothic"/>
              </a:rPr>
              <a:t>온톨로지 · 식 판별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09800"/>
            <a:ext cx="304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target · 메커니즘 · 역할 · 단위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경계 · 출처 · learnable slot.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하나라도 깨지면 실행 불가.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24800" y="2286000"/>
            <a:ext cx="266700" cy="20955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05800" y="1885950"/>
            <a:ext cx="3429000" cy="112395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05800" y="1885950"/>
            <a:ext cx="76200" cy="11239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96300" y="1962150"/>
            <a:ext cx="304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Source 게이트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6300" y="2209800"/>
            <a:ext cx="304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검증 holdout에서 식 경로가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PP-X보다 나을 때만 통과.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안전 증명이 아니다.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943600" y="3067050"/>
            <a:ext cx="266700" cy="13335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52750" y="3238500"/>
            <a:ext cx="6286500" cy="3810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AppleGothic"/>
              </a:rPr>
              <a:t>식이 컴파일되고, 검증에서 이기는가?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00500" y="3619500"/>
            <a:ext cx="0" cy="15240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6000" y="3619500"/>
            <a:ext cx="0" cy="15240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191500" y="3619500"/>
            <a:ext cx="0" cy="15240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00500" y="3771900"/>
            <a:ext cx="419100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3848100" y="3771900"/>
            <a:ext cx="266700" cy="133350"/>
          </a:xfrm>
          <a:prstGeom prst="downArrow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own Arrow 32"/>
          <p:cNvSpPr/>
          <p:nvPr/>
        </p:nvSpPr>
        <p:spPr>
          <a:xfrm>
            <a:off x="5943600" y="3771900"/>
            <a:ext cx="266700" cy="133350"/>
          </a:xfrm>
          <a:prstGeom prst="downArrow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wn Arrow 33"/>
          <p:cNvSpPr/>
          <p:nvPr/>
        </p:nvSpPr>
        <p:spPr>
          <a:xfrm>
            <a:off x="8039100" y="3771900"/>
            <a:ext cx="266700" cy="13335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7500" y="3752850"/>
            <a:ext cx="85725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69F00"/>
                </a:solidFill>
                <a:latin typeface="Arial"/>
                <a:ea typeface="AppleGothic"/>
              </a:rPr>
              <a:t>YES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0" y="3752850"/>
            <a:ext cx="85725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2B2"/>
                </a:solidFill>
                <a:latin typeface="Arial"/>
                <a:ea typeface="AppleGothic"/>
              </a:rPr>
              <a:t>NO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9814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600" y="4057650"/>
            <a:ext cx="31242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PAE 실행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4305300"/>
            <a:ext cx="31242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허용 계수만 학습.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현재 상태 → 경계 적분. RUL=0.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1500" y="39814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33900" y="4057650"/>
            <a:ext cx="31242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PP-X로 되돌림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3900" y="4305300"/>
            <a:ext cx="31242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식 계약이 안 닫히거나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검증에서 이득이 없을 때.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05800" y="39814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4057650"/>
            <a:ext cx="31242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거절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4305300"/>
            <a:ext cx="31242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식도 없고 PP-X도 불안정하면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예측하지 않는다.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067300"/>
            <a:ext cx="11277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검사 항목   상태 · 고장 메커니즘 · 필수 변수 · 단위 · 경계 · 출처.   데이터셋 이름으로 경로를 고르지 않는다.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37210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자유 LLM 식 생성은 성공이 아니라 계약 위반이다. PAE는 future program이며 PP-X paper-main 숫자와 섞지 않는다.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25/29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후속 — PAE 피저빌리티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게이트가 왜 필요한지, 식이 맞을 때와 경계만 있을 때를 갈라 본다.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1127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자료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넣은 식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게이트 읽기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PAE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알루미늄 균열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Paris + 49.8 mm 파단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식·경계·역할이 닫힘 → 실행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미시간 배터리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80% EOL 경계만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메커니즘 식 없음 → 되돌려야 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0.635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실험셀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용량 속도 quotient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셀마다 regime이 달라 계약 약함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0.492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0.741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429000"/>
          <a:ext cx="11277600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5638800"/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이미 본 것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아직 아닌 것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식이 맞으면 PAE가 PP-X를 이김 (Virkler +0.081)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RAG·LLM·온톨로지를 주표에 넣지 않음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경계만 알면 PAE를 켜면 진다 (MICH · NASA)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source gate의 광범위 일반화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동일-split, 오늘 포트폴리오와 분리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LLM이 물리법칙을 발견한다는 주장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95900"/>
            <a:ext cx="11277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결론  식이 맞으면 PAE, 경계만 있으면 PP-X. 미시간 0.826은 raw-cycle 맞비교(주표 MICH 0.751).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3880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게이트는 성능을 올리는 부품이 아니라, 틀린 식을 실행하지 못하게 막는 장치다.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26/29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304800"/>
            <a:ext cx="11430000" cy="6248400"/>
          </a:xfrm>
          <a:prstGeom prst="rect">
            <a:avLst/>
          </a:prstGeom>
          <a:noFill/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905000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22222"/>
                </a:solidFill>
                <a:latin typeface="Arial"/>
                <a:ea typeface="AppleGothic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571750"/>
            <a:ext cx="10287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72B2"/>
                </a:solidFill>
                <a:latin typeface="Arial"/>
                <a:ea typeface="AppleGothic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429000"/>
            <a:ext cx="9525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PP-X paper main  ·  validation-approved prior-residual framework  ·  frozen method v1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근거  retrospective portfolio 9/9 · uniformly tuned equal-budget 8/9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한계  DS03 route-selection PASS · predictive-superiority FAIL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prior reject → frozen fallback / abstention  ·  PAE는 future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762500"/>
            <a:ext cx="10287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Arial"/>
                <a:ea typeface="AppleGothic"/>
              </a:rPr>
              <a:t>질문 받겠습니다.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533400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SPS Lab  ·  박사과정 박진서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보조 — 이게 무슨 데이터인가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백업. 본 발표는 Q&amp;A에서 끝낸다.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66700" y="838200"/>
          <a:ext cx="11658600" cy="514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  <a:gridCol w="388620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표기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물건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한 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화중과대 리튬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충전 방법(프로토콜)이 다른 셀. 중국 랩.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Sunwoda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선우다 상용 리튬셀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공장 셀. 학습에 안 넣은 다른 셀로 시험.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아헨공대 리튬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독일 랩 셀. 역시 처음 보는 셀로 시험.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미시간대 리튬 배터리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건강↔수명 관계가 학습 때와 달라진 셀.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2019 수명 벤치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노트북/그리드용 셀. 고전 벤치마크.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배치 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같은 랩, 다른 생산 로트. 시험 9셀.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PCoE 실험용 18650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우주선/로켓이 아님. 용량 70%까지 남은 횟수.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Virkler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알루미늄 피로균열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판에 금이 얼마나 남았나. 배터리 아님.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N-CMAPSS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항공기 엔진 시뮬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NASA가 만든 디지털 터보팬. 실제 비행 기록 아님.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66700" y="6076950"/>
            <a:ext cx="1165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NASA가 두 개다.  위는 배터리 셀, 아래 엔진은 시뮬레이터.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28/29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보조 — 누구로 나누고, 뭘 보고, 뭘 맞추나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미지 = 학습 때 이름조차 안 본 셀/시편/엔진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0500" y="819150"/>
          <a:ext cx="11811000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2362200"/>
                <a:gridCol w="2362200"/>
                <a:gridCol w="2362200"/>
                <a:gridCol w="2362200"/>
              </a:tblGrid>
              <a:tr h="70757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셋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학습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검증 / 시험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보고 (X)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맞추는 것 (Y)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화중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충전법 1–6, 아직 건강한 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충전법 7–8 / 9–10, 용량이 더 떨어진 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지금까지의 용량·떨어지는 속도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수명까지 남은 사이클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선우다 · 아헨 · 미시간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다른 셀의 건강한 구간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처음 보는 셀의 말기 구간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지금 건강, 최근 속도, 고장까지 여유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수명까지 남은 사이클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2019 / 배치2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일부 셀의 건강한 구간 (배치2는 30셀)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나머지 셀의 말기 (배치2는 9+9셀)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지금까지의 용량 이력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수명까지 남은 사이클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실험셀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일부 셀, 용량이 아직 높은 구간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다른 셀, 용량이 학습 최저보다 낮은 구간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용량, 속도, 몇 번째 사이클인가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용량 70% 될 때까지 남은 횟수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알루미늄 균열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다른 시편의 짧은 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처음 보는 시편의 긴 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금 길이, 자라는 속도, 하중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쪼개질 때까지 남은 반복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757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항공기 엔진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본 적 있는 비행조건의 엔진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처음 보는 비행조건의 엔진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센서(조건으로 나눈 값), 운전모드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엔진이 버틸 남은 시간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0500" y="5886450"/>
            <a:ext cx="11811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같은 셀을 시간만 잘라 뒤를 맞추지 않는다.  시험 셀의 미래·최종 수명은 X에 넣지 않는다.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PP-X paper main  ·  frozen method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29/29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