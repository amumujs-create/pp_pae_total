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8" r:id="rId29"/>
    <p:sldId id="279" r:id="rId30"/>
    <p:sldId id="280" r:id="rId31"/>
    <p:sldId id="281" r:id="rId32"/>
    <p:sldId id="282" r:id="rId33"/>
    <p:sldId id="284" r:id="rId35"/>
    <p:sldId id="287" r:id="rId38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3" r:id="rId34"/>
    <p:sldId id="285" r:id="rId36"/>
    <p:sldId id="286" r:id="rId37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PP-X: Prior-Transferability 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framework  ·  frozen method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ppx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모델링 의도 ·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외삽을 test-independent structural assumption approval 문제로 다시 정의한다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0072B2"/>
                </a:solidFill>
                <a:latin typeface="Arial"/>
                <a:ea typeface="AppleGothic"/>
              </a:rPr>
              <a:t>PP-X treats extrapolation as test-independent approval/rejection of structural assumptions.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81150"/>
          <a:ext cx="11277600" cy="2781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기존 공백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PP-X의 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 밖에서 데이터만으로 tail을 식별할 수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어떤 구조 가정을 미리 선언할 것인가?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typed admissibility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prior와 NN의 수정 권한이 불명확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source가 지지하는 범위에서 residual이 어디까지 수정 가능한가?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prior-centered residual authority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성능을 본 뒤 구조를 정당화하기 쉬움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배포 전에 물리 단위 증거로 승인 가능한가?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unit-risk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가정이 거절돼도 숫자를 내는 관행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 시 정확히 무엇을 실행하는가?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frozen fallback /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68630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연구 gap은 affine+NN, hard boundary, gate 각각의 최초성이 아니다. typed admissibility + prior-centered residual authority + predeployment unit-risk approval/fallback을 하나의 실행 계약으로 결합하는 데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816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목표: test sample별로 잘 맞는 모델을 고르는 것이 아니라, test를 보기 전에 구조 가정의 사용 권한을 승인하거나 거절한다.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본 연구의 기여 3개 · evidence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기여는 지지 증거와 반례를 함께 제시한다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04800" y="838200"/>
          <a:ext cx="11582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0800"/>
                <a:gridCol w="3860800"/>
                <a:gridCol w="3860800"/>
              </a:tblGrid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핵심 증거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반례 · 한계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① Typed contract
+ conditional execution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common backbone 6/12
RMSE-only 7/12 · false accept 4
frozen unit-risk 8/12 · FA 2 / FR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 dual-scale 악화
MICH fixed-bound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② Prior-preserving
residual authority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25 units: direct 17/25, p=.0028
soft 24/25 · affine-only 25/25
bound 0 violations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vs trainable p=.071
bounded vs unbounded p=.578
→ 미확증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③ Predeployment
approval /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bound +.221 · MICH dual-scale +.283
HUST transport +.128 · MATRb2 +.187
DS03 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predictive superiority FAIL
fallback .8818 &lt; Engression .9013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48300"/>
            <a:ext cx="112776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기여의 단위는 ‘새 부품’이 아니라 선언–권한–승인–거절이 연결된 실행 규율이다.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Novelty positioning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인접 방법과의 차이를 좁고 방어 가능하게 진술한다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4286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4650"/>
                <a:gridCol w="2914650"/>
                <a:gridCol w="2914650"/>
                <a:gridCol w="2914650"/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계열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주요 초점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PP-X와의 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주장하지 않는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PINN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 equation을 loss/architecture에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완전식 없이 typed partial prior를 승인·거절 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최초의 physics hybrid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Prior-residual hybrid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+ learned correction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 수정 권한을 frozen prior 중심으로 제한하고 unit-risk로 승인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affine+NN 최초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sample-wise expert routing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sample별 routing 없음; 배포 전 하나의 executor/fallback 동결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새로운 MoE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generic predictive distribution / extrapolation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승인된 structural tail 보존이 목적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문헌 SOTA 우월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source-domain risk invariance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state-level strict-tail + prior 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OOD에 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72100"/>
            <a:ext cx="112776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Novelty claim: typed admissibility + prior-centered residual authority + predeployment unit-risk approval/fallback의 결합.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Claim–evidence–limitation · reviewer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세 evidence tier를 합치지 않고 투고 주장을 제한한다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85750" y="819150"/>
          <a:ext cx="116205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5125"/>
                <a:gridCol w="2905125"/>
                <a:gridCol w="2905125"/>
                <a:gridCol w="2905125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Tier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방어 가능한 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Evidence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Limitation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 Mixed strongest
same-split retrospective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다양한 setting에서 일관된 우세 방향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exact p=.00390625 · 77 units
geo. RMSE reduction 33.8%
hierarchical CI 15.8–48.6%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comparator budget heterogeneous
paired comparator와 pooled strongest 일부 다름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 Uniformly tuned
equal-budget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탐색예산에서도 우세 방향 유지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9×8 baselines×30 candidates×5 refit
8/9 · p=.0391 · Virkler 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구조개발 전체가 30회였다는 뜻 아님
5 seeds는 독립 표본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 DS03 prospective
truth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route-selection은 작동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.8818 · basic .832 · multiscale .869
Engression .9013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
CRT .8851 · GCIE .8850/nested .8727 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705350"/>
            <a:ext cx="11277600" cy="762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4819650"/>
            <a:ext cx="109347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투고 bottleneck: 독립 prospective predictive superiority 1개 추가 필요. 현재는 route-selection validity와 retrospective breadth를 주장하고, prospective superiority는 주장하지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78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금지: universal/literature SOTA · safety guarantee · 최초의 hybrid/PINN · prospective superiority.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weak / partial structural prior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typed 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 ·  frozen method v1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explicit equation-card compiler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후보 생성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Algorithm 1: Declare → Learn → Approve →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test-independent structural assumption approval · frozen method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7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1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state · tail · units · prior ·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27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94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37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2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37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frozen prior 주변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source-supported bounded residual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550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3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validation-only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physical-unit gain · unit-risk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582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49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4 DECLINE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승인 실패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exact fallback / abstention</a:t>
            </a:r>
          </a:p>
        </p:txBody>
      </p:sp>
      <p:pic>
        <p:nvPicPr>
          <p:cNvPr id="21" name="Picture 20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076450"/>
            <a:ext cx="7239000" cy="285750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524750" y="2095500"/>
          <a:ext cx="42672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frozen method v1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중심 residual 수정 권한 제한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Selection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test-independent · sample-wise routing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524750" y="3486150"/>
          <a:ext cx="42672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29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same-split fallback보다 RMSE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evidence가 지지한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0500" y="5048250"/>
            <a:ext cx="72390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 top-level은 모든 데이터에서 하나의 동일 network를 강제한다는 뜻이 아니다. core와 executor 후보를 validation evidence로 선택한다.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trust=0 exact matched MLP는 역사적 nested stress-test의 한 fallback 구현이다. 최종 방법은 선언된 frozen fallback을 쓰거나 예측을 abstain한다.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Algorithm 1은 test 예측을 보고 혼합하지 않는다. 승인된 한 경로만 frozen forward; 실패는 exact fallback 또는 abstention.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9-setting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retrospective concept-aligned evidence · 확증 cohort 아님 ·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· retrospective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uniformly tuned: 9 settings × 8 baselines × 30 candidates × 5 refit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동일한 retrospective 평가 단위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Baselines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setting에서 같은 예산으로 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Candidates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방법별 후보 수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Refit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 후 동일 횟수 재적합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전체 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PP-X  8 / 9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양측 sign p=.0391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동일예산에서 우세 방향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유일한 미승리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Virkler  −0.002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차이는 작지만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승리로 세지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8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6300" y="3429000"/>
            <a:ext cx="3048000" cy="120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후보 30회 = 방법별 탐색예산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구조개발 전체가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30회였다는 뜻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776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해석  동일한 후보·refit 예산에서 우세 방향을 재검사한 retrospective benchmark다. 5 seeds는 독립 표본 아님. sign test의 n은 9 settings다.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Tier A mixed strongest portfolio 및 Tier C DS03 prospective와 결합하거나 pooled하지 않는다.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DS03 prospective truth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Tier C · route-selection PASS와 predictive superiority FAIL을 분리한다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34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 /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사전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basic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 / 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.8851 / .8850 (nested .8727)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성공한 주장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test를 보기 전에 fallback 경로를 선택했고,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대안 PP-X 경로보다 높았다.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실패한 주장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Engression .9013을 넘지 못했다.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predictive superiority를 주장하지 않는다.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53050"/>
            <a:ext cx="112776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N-CMAPSS .937은 retrospective portfolio split이며 DS03가 아니다. Tier A/B 수치와 DS03를 합산하지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최종 모델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PP-X가 top-level · executor와 rejected 개발안을 구분한다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구성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 /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validation-approved prior-residual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paper main · frozen method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support-aware affine-residual mechanism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historical alias / core architecture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CCMR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trajectory-domain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only · 메인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.8851 &lt; Engression 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.8850 · nested 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승인될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evidence가 지지한 core / domain executor만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prior가 거절될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사전 고정 fallback으로 전환하거나 abstention · test로 재선택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PAE는 future program일 뿐 paper main이 아니다. CRT/GCIE는 최종 Algorithm 1에 넣지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역사적 메커니즘 — trust stress-test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nested network · 최종 PP-X 전체 구조가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이 장의 동일-network 설계는 trust와 exact fallback을 검증한 historical mechanism/stress-test다.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historical v1.0 = core 구조 점검   ·   historical v1.1 = trust/fallback stress-test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retrospective portfolio와 final Algorithm 1을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historical mechanism evidence only · final PP-X 전체가 하나의 동일 network라는 뜻이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다음 legacy ablation과 이 두 고호트는 retrospective mechanism evidence다. final Algorithm 1의 동일-network 주장이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048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Mixed portfolio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strongest same-split · heterogeneous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p=.00390625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Equal-budget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uniformly tuned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A: 9/9, p=.00390625.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geo. RMSE −33.8%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hierarchical CI 15.8–48.6%.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B: 8/9, p=.0391.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서로 합치지 않음.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portfolio split. DS03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method v1 · 표 수치는 retrospective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Position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방법론·신뢰성 중심 상위저널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* N-CMAPSS 0.937은 retrospective portfolio split이다. prospective DS03와 동일 split·비교가 아니다.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validation-approved prior-residual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paper main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PP-X는 validation-approved prior-residual framework다. executor는 근거 있을 때만 켜고, 아니면 fallback / abstention한다.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Future program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PAE는 future program이며 PP-X paper-main 숫자와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METHOD  Declare typed contract → Learn prior-centered residual → Approve / Decline → exact fallback / abstention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EVIDENCE A/B  mixed strongest retrospective 9/9, p=.00390625 · equal-budget retrospective 8/9, p=.0391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LIMITATION  DS03 prospective route-selection PASS · predictive-superiority FAIL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SCOPE  strict-tail · unit-disjoint · val-only · PAE는 future 한 줄이며 universal SOTA를 주장하지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