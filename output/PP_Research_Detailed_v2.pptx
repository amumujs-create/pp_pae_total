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2" r:id="rId13"/>
    <p:sldId id="263" r:id="rId14"/>
    <p:sldId id="258" r:id="rId9"/>
    <p:sldId id="259" r:id="rId10"/>
    <p:sldId id="260" r:id="rId11"/>
    <p:sldId id="261" r:id="rId12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81" r:id="rId32"/>
    <p:sldId id="282" r:id="rId33"/>
    <p:sldId id="283" r:id="rId34"/>
    <p:sldId id="285" r:id="rId36"/>
    <p:sldId id="288" r:id="rId39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4" r:id="rId35"/>
    <p:sldId id="286" r:id="rId37"/>
    <p:sldId id="287" r:id="rId38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왜 PP-X가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외삽에서는 예측기보다 먼저 구조 가정의 사용 자격을 검증해야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관측 범위 밖에서는 데이터만으로 답을 정할 수 없다. PP-X는 구조 가정을 사전 선언하고, 검증된 가정만 실행한다.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19250"/>
            <a:ext cx="4857750" cy="28003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0700"/>
            <a:ext cx="4400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기존 외삽의 취약점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266950"/>
            <a:ext cx="41910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support 밖의 tail은 데이터만으로 식별 불가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prior와 NN의 수정 권한이 불명확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test 결과를 본 뒤 구조를 정당화할 위험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가정이 틀려도 예측값을 강제로 출력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562600" y="2800350"/>
            <a:ext cx="704850" cy="4000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6050" y="1619250"/>
            <a:ext cx="5238750" cy="2800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4650" y="1790700"/>
            <a:ext cx="4781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PP-X의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266950"/>
            <a:ext cx="45339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typed admissibility contract 선언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frozen prior 중심의 residual 권한 제한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physical-unit validation evidence로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미승인 시 exact fallback / abstention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핵심 전환  test에서 잘 맞는 모델을 고르는 것이 아니라, test를 보기 전에 구조 가정의 사용 권한을 승인하거나 거절한다.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PP-X = Declare assumptions → Learn constrained residual → Approve with validation evidence → Decline to fallback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PP-X의 세 가지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가정을 선언하고 · prior의 권한을 보존하며 · 근거가 없으면 실행하지 않는다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01 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허용할 prior · tail · 단위 · fallback을 배포 전에 선언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common backbone 6/12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unit-risk gate 8/12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반례  RWTH dual-scale · MICH fixed-bound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05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02 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Prior-preserving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5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frozen prior 주변에서 source가 지지하는 만큼만 NN이 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05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direct 17/25, p=.0028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bound violation 0 / 17,645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미확증  trainable p=.071 · unbounded p=.578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72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03 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Approval /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물리 단위 증거가 있을 때만 executor를 승인하고 동결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67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01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Sun +.221 · MICH +.283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DS03 route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7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한계  DS03 .8818 &lt; Engression .9013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91150"/>
            <a:ext cx="112776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연구 기여 = 새 부품 하나가 아니라, 외삽 가정을 통제하는 선언–학습–승인–거절의 end-to-end 규율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무엇이 새로운가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새 prior나 gate 자체가 아니라 네 요소를 하나의 검증 가능한 실행 계약으로 결합했다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95350"/>
            <a:ext cx="1127760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7275"/>
            <a:ext cx="10820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Typed contract  +  frozen-prior residual authority  +  validation-only approval  +  exact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09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1933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PINN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7900" y="1809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8400" y="1924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완전한 식을 요구하지 않고 typed partial prior의 사용 자격을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65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26003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Prior-residual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7900" y="24765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8400" y="25908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correction을 더하는 데서 끝나지 않고 수정 권한과 승인 규칙을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432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450" y="32670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7900" y="31432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8400" y="32575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test sample별 routing 없이 배포 전에 executor 또는 fallback을 하나로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100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450" y="39338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Engression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7900" y="38100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38400" y="39243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generic predictive distribution보다 승인된 structural tail 보존에 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76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450" y="4600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V-REx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47900" y="4476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38400" y="4591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domain-risk invariance가 아니라 state-level strict-tail과 prior authority를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34000"/>
            <a:ext cx="112776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주장하지 않음  최초의 physics hybrid · 최초의 affine+NN · 새로운 MoE gate · universal/literature SOTA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어디까지 주장할 수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회고적 우세 · 동일예산 재검증 · prospective 결과를 분리해 과장을 막는다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7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회고적 일관성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9/9  ·  p=.00390625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77 units  ·  RMSE −33.8%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CI 15.8–48.6%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비교모델 예산이 일부 이질적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55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055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동일예산 재검증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55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295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9×8×30 candidates×5 refit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8/9  ·  p=.0391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Virkler −.002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055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5 seeds는 독립 표본이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62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TIER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Prospective truth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05800" y="2114550"/>
            <a:ext cx="3295650" cy="11239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route-selection PASS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fallback .8818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Engression .9013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predictive superiority 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14850"/>
            <a:ext cx="11277600" cy="857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4676775"/>
            <a:ext cx="109347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현재 결론  PP-X의 구조적 필요성과 회고적 일관성은 지지된다. 독립 prospective 예측 우월성은 아직 확증되지 않았다.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금지: universal/literature SOTA · safety guarantee · 최초의 hybrid/PINN · prospective superiority.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검증이 허용한 구조 가정만 사용하고, 허용되지 않으면 사전 고정 경로로 돌아간다</a:t>
            </a:r>
          </a:p>
        </p:txBody>
      </p:sp>
      <p:pic>
        <p:nvPicPr>
          <p:cNvPr id="6" name="Picture 5" descr="ppx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76300"/>
            <a:ext cx="11087100" cy="36385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2450" y="4762500"/>
            <a:ext cx="11087100" cy="7810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4886325"/>
            <a:ext cx="106299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한 줄 정의  PP-X는 test sample을 보고 expert를 고르는 모델이 아니다. 배포 전에 typed contract를 선언하고, validation evidence로 executor의 사용 권한을 동결하는 외삽 프레임워크다.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5772150"/>
            <a:ext cx="11087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출력: approved executor의 예측  |  승인 실패: exact frozen fallback 또는 abstention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